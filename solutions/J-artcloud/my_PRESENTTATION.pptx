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7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1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6" d="100"/>
          <a:sy n="96" d="100"/>
        </p:scale>
        <p:origin x="-258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35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2017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960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087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475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20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99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02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981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10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73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474E5-9477-4052-A9FD-19F15AC1A4F7}" type="datetimeFigureOut">
              <a:rPr lang="fr-FR" smtClean="0"/>
              <a:t>03/03/2026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9BEE2-0EE8-471E-88A2-820F4DEB5CC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72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967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/>
          <p:cNvSpPr txBox="1"/>
          <p:nvPr/>
        </p:nvSpPr>
        <p:spPr>
          <a:xfrm>
            <a:off x="1159099" y="296214"/>
            <a:ext cx="882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0" y="-128789"/>
            <a:ext cx="12192000" cy="709625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TextBox 6"/>
          <p:cNvSpPr txBox="1"/>
          <p:nvPr/>
        </p:nvSpPr>
        <p:spPr>
          <a:xfrm>
            <a:off x="740535" y="2795138"/>
            <a:ext cx="96591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latin typeface="Arial Black" panose="020B0A04020102020204" pitchFamily="34" charset="0"/>
              </a:rPr>
              <a:t>     </a:t>
            </a:r>
            <a:r>
              <a:rPr lang="en-US" sz="9600" kern="2000" dirty="0" smtClean="0">
                <a:latin typeface="Arial Black" panose="020B0A04020102020204" pitchFamily="34" charset="0"/>
              </a:rPr>
              <a:t>WELCOME</a:t>
            </a:r>
            <a:endParaRPr lang="fr-FR" sz="9600" kern="2000" dirty="0"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0" y="4364798"/>
            <a:ext cx="9723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Arial Black" panose="020B0A04020102020204" pitchFamily="34" charset="0"/>
              </a:rPr>
              <a:t>TO MY </a:t>
            </a:r>
            <a:r>
              <a:rPr lang="en-US" sz="3600" dirty="0" smtClean="0">
                <a:latin typeface="Arial Black" panose="020B0A04020102020204" pitchFamily="34" charset="0"/>
              </a:rPr>
              <a:t>PRESENTATION ON PANDAS</a:t>
            </a:r>
            <a:endParaRPr lang="fr-FR" sz="36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42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Exercise.1 </a:t>
            </a:r>
            <a:endParaRPr lang="fr-FR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Loading CSV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0342"/>
            <a:ext cx="10058400" cy="109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2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Arial Rounded MT Bold" panose="020F0704030504030204" pitchFamily="34" charset="0"/>
              </a:rPr>
              <a:t>Accessing records in the file</a:t>
            </a:r>
            <a:endParaRPr lang="fr-FR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 smtClean="0"/>
              <a:t>File_name</a:t>
            </a:r>
            <a:r>
              <a:rPr lang="en-US" dirty="0" smtClean="0"/>
              <a:t>. </a:t>
            </a:r>
            <a:r>
              <a:rPr lang="en-US" dirty="0"/>
              <a:t>h</a:t>
            </a:r>
            <a:r>
              <a:rPr lang="en-US" dirty="0" smtClean="0"/>
              <a:t>ead()</a:t>
            </a:r>
          </a:p>
          <a:p>
            <a:endParaRPr lang="fr-F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File_name.tail</a:t>
            </a:r>
            <a:r>
              <a:rPr lang="en-US" dirty="0" smtClean="0"/>
              <a:t>()</a:t>
            </a:r>
            <a:endParaRPr lang="fr-F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43955"/>
            <a:ext cx="5181600" cy="36318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5522" y="2343955"/>
            <a:ext cx="5484254" cy="363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9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Exercise 2- Loading TXT Files Using CSV method and getting some information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endParaRPr lang="fr-F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98" y="2015054"/>
            <a:ext cx="8983329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7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Checking Memory Usage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.memory_usage(deep=True)</a:t>
            </a:r>
          </a:p>
          <a:p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170" y="2524259"/>
            <a:ext cx="8897592" cy="351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6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Loading An Excel File And Describing it’s features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107" y="1828800"/>
            <a:ext cx="10515600" cy="4432166"/>
          </a:xfrm>
        </p:spPr>
        <p:txBody>
          <a:bodyPr/>
          <a:lstStyle/>
          <a:p>
            <a:r>
              <a:rPr lang="en-US" dirty="0" smtClean="0"/>
              <a:t>Pd.read_excel(‘ filename ’, sheet_name= ‘column_name’)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Filename.describe()</a:t>
            </a:r>
          </a:p>
          <a:p>
            <a:endParaRPr lang="fr-F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90" y="2885521"/>
            <a:ext cx="8497486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1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Loading A .JSON File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Method 1- Simple JSON (most common)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36" y="2511380"/>
            <a:ext cx="9139210" cy="194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1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. filename.head() &amp;  filename.dtypes()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28" y="1890019"/>
            <a:ext cx="9206065" cy="4351338"/>
          </a:xfrm>
        </p:spPr>
      </p:pic>
    </p:spTree>
    <p:extLst>
      <p:ext uri="{BB962C8B-B14F-4D97-AF65-F5344CB8AC3E}">
        <p14:creationId xmlns:p14="http://schemas.microsoft.com/office/powerpoint/2010/main" val="355372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 Rounded MT Bold" panose="020F0704030504030204" pitchFamily="34" charset="0"/>
              </a:rPr>
              <a:t>Method 2- Nested JSON</a:t>
            </a:r>
            <a:br>
              <a:rPr lang="en-US" dirty="0" smtClean="0">
                <a:latin typeface="Arial Rounded MT Bold" panose="020F0704030504030204" pitchFamily="34" charset="0"/>
              </a:rPr>
            </a:br>
            <a:r>
              <a:rPr lang="en-US" dirty="0" smtClean="0">
                <a:latin typeface="Arial Rounded MT Bold" panose="020F0704030504030204" pitchFamily="34" charset="0"/>
              </a:rPr>
              <a:t>( using JSON + JSON normalize)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377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displaying </a:t>
            </a:r>
            <a:r>
              <a:rPr lang="en-US" dirty="0">
                <a:latin typeface="Arial Rounded MT Bold" panose="020F0704030504030204" pitchFamily="34" charset="0"/>
              </a:rPr>
              <a:t>the first 5 </a:t>
            </a:r>
            <a:r>
              <a:rPr lang="en-US" dirty="0" smtClean="0">
                <a:latin typeface="Arial Rounded MT Bold" panose="020F0704030504030204" pitchFamily="34" charset="0"/>
              </a:rPr>
              <a:t>rows and record types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967" y="1825625"/>
            <a:ext cx="9206065" cy="4351338"/>
          </a:xfrm>
        </p:spPr>
      </p:pic>
    </p:spTree>
    <p:extLst>
      <p:ext uri="{BB962C8B-B14F-4D97-AF65-F5344CB8AC3E}">
        <p14:creationId xmlns:p14="http://schemas.microsoft.com/office/powerpoint/2010/main" val="316148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Loading A .db File (SQL Database)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Method 1- Loading an entire table</a:t>
            </a:r>
          </a:p>
          <a:p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06405"/>
            <a:ext cx="11517332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3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Displacing dataset’s information </a:t>
            </a:r>
            <a:br>
              <a:rPr lang="en-US" dirty="0" smtClean="0">
                <a:latin typeface="Arial Rounded MT Bold" panose="020F0704030504030204" pitchFamily="34" charset="0"/>
              </a:rPr>
            </a:br>
            <a:r>
              <a:rPr lang="en-US" dirty="0" smtClean="0">
                <a:latin typeface="Arial Rounded MT Bold" panose="020F0704030504030204" pitchFamily="34" charset="0"/>
              </a:rPr>
              <a:t>.info() &amp; .close()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972" y="2136423"/>
            <a:ext cx="9683220" cy="40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15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Handling Missing Values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.isnull()</a:t>
            </a:r>
          </a:p>
          <a:p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4259"/>
            <a:ext cx="7802064" cy="351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4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</a:t>
            </a:r>
            <a:r>
              <a:rPr lang="en-US" dirty="0" smtClean="0">
                <a:latin typeface="Arial Rounded MT Bold" panose="020F0704030504030204" pitchFamily="34" charset="0"/>
              </a:rPr>
              <a:t>opy </a:t>
            </a:r>
            <a:r>
              <a:rPr lang="en-US" dirty="0">
                <a:latin typeface="Arial Rounded MT Bold" panose="020F0704030504030204" pitchFamily="34" charset="0"/>
              </a:rPr>
              <a:t>and drop rows with null values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.copy() ,  .dropna() and  .fillna()</a:t>
            </a:r>
          </a:p>
          <a:p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2744"/>
            <a:ext cx="9011429" cy="370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8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Viewing The Differences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4558"/>
            <a:ext cx="8859591" cy="307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1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>
                <a:latin typeface="Arial Rounded MT Bold" panose="020F0704030504030204" pitchFamily="34" charset="0"/>
              </a:rPr>
              <a:t>.iloc[ ] And .loc[ ] </a:t>
            </a:r>
            <a:endParaRPr lang="fr-FR" sz="5400" dirty="0"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003" y="1941535"/>
            <a:ext cx="76844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74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.loc[ ]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9234" y="2021984"/>
            <a:ext cx="8928862" cy="325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2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Setting Indexes ( .set_index() )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9753"/>
            <a:ext cx="9373908" cy="425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5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Sorting </a:t>
            </a:r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.sort_values(‘</a:t>
            </a:r>
            <a:r>
              <a:rPr lang="en-US" dirty="0" err="1" smtClean="0">
                <a:latin typeface="Arial Rounded MT Bold" panose="020F0704030504030204" pitchFamily="34" charset="0"/>
              </a:rPr>
              <a:t>sort_by</a:t>
            </a:r>
            <a:r>
              <a:rPr lang="en-US" dirty="0" smtClean="0">
                <a:latin typeface="Arial Rounded MT Bold" panose="020F0704030504030204" pitchFamily="34" charset="0"/>
              </a:rPr>
              <a:t>’)</a:t>
            </a:r>
          </a:p>
          <a:p>
            <a:endParaRPr lang="fr-FR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69016"/>
            <a:ext cx="7554379" cy="408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3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3788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160</Words>
  <Application>Microsoft Office PowerPoint</Application>
  <PresentationFormat>Widescreen</PresentationFormat>
  <Paragraphs>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Arial Rounded MT Bold</vt:lpstr>
      <vt:lpstr>Calibri</vt:lpstr>
      <vt:lpstr>Calibri Light</vt:lpstr>
      <vt:lpstr>Office Theme</vt:lpstr>
      <vt:lpstr>PowerPoint Presentation</vt:lpstr>
      <vt:lpstr>Exercise.1 </vt:lpstr>
      <vt:lpstr>Accessing records in the file</vt:lpstr>
      <vt:lpstr>Exercise 2- Loading TXT Files Using CSV method and getting some information</vt:lpstr>
      <vt:lpstr>Checking Memory Usage</vt:lpstr>
      <vt:lpstr>Loading An Excel File And Describing it’s features</vt:lpstr>
      <vt:lpstr>Loading A .JSON File</vt:lpstr>
      <vt:lpstr>. filename.head() &amp;  filename.dtypes()</vt:lpstr>
      <vt:lpstr>Method 2- Nested JSON ( using JSON + JSON normalize)</vt:lpstr>
      <vt:lpstr>displaying the first 5 rows and record types</vt:lpstr>
      <vt:lpstr>Loading A .db File (SQL Database)</vt:lpstr>
      <vt:lpstr>Displacing dataset’s information  .info() &amp; .close()</vt:lpstr>
      <vt:lpstr>Handling Missing Values</vt:lpstr>
      <vt:lpstr>Copy and drop rows with null values</vt:lpstr>
      <vt:lpstr>Viewing The Differences</vt:lpstr>
      <vt:lpstr>.iloc[ ] And .loc[ ] </vt:lpstr>
      <vt:lpstr>.loc[ ]</vt:lpstr>
      <vt:lpstr>Setting Indexes ( .set_index() )</vt:lpstr>
      <vt:lpstr>Sorting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PIH Joyce</dc:creator>
  <cp:lastModifiedBy>PIH Joyce</cp:lastModifiedBy>
  <cp:revision>18</cp:revision>
  <dcterms:created xsi:type="dcterms:W3CDTF">2026-02-18T17:41:36Z</dcterms:created>
  <dcterms:modified xsi:type="dcterms:W3CDTF">2026-03-03T10:16:36Z</dcterms:modified>
</cp:coreProperties>
</file>