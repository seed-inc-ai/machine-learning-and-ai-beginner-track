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5253"/>
    <a:srgbClr val="DA9E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40AA6E-DC7C-4882-9A51-0083A2BBB87B}" type="doc">
      <dgm:prSet loTypeId="urn:microsoft.com/office/officeart/2008/layout/HorizontalMultiLevelHierarchy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A9ABDC1-12AE-42FD-8889-779497879C7C}">
      <dgm:prSet phldrT="[Text]" custT="1"/>
      <dgm:spPr/>
      <dgm:t>
        <a:bodyPr/>
        <a:lstStyle/>
        <a:p>
          <a:r>
            <a:rPr lang="en-US" sz="1800" dirty="0" smtClean="0"/>
            <a:t>Importance of  machine learning</a:t>
          </a:r>
          <a:endParaRPr lang="en-US" sz="1800" dirty="0"/>
        </a:p>
      </dgm:t>
    </dgm:pt>
    <dgm:pt modelId="{BA1F1328-9D64-4E68-9609-D1152F6DC995}" type="parTrans" cxnId="{93DEE909-908E-4DB8-9E17-47080406B0B3}">
      <dgm:prSet/>
      <dgm:spPr/>
      <dgm:t>
        <a:bodyPr/>
        <a:lstStyle/>
        <a:p>
          <a:endParaRPr lang="en-US"/>
        </a:p>
      </dgm:t>
    </dgm:pt>
    <dgm:pt modelId="{0759DB8E-5C86-4795-B4BF-7DE034A73862}" type="sibTrans" cxnId="{93DEE909-908E-4DB8-9E17-47080406B0B3}">
      <dgm:prSet/>
      <dgm:spPr/>
      <dgm:t>
        <a:bodyPr/>
        <a:lstStyle/>
        <a:p>
          <a:endParaRPr lang="en-US"/>
        </a:p>
      </dgm:t>
    </dgm:pt>
    <dgm:pt modelId="{C7AD7C30-5794-4B3C-821D-EFB9C418BDA8}">
      <dgm:prSet phldrT="[Text]" custT="1"/>
      <dgm:spPr/>
      <dgm:t>
        <a:bodyPr/>
        <a:lstStyle/>
        <a:p>
          <a:r>
            <a:rPr lang="en-US" sz="2800" dirty="0" smtClean="0"/>
            <a:t>Uncover patterns in large dataset</a:t>
          </a:r>
          <a:endParaRPr lang="en-US" sz="3500" dirty="0"/>
        </a:p>
      </dgm:t>
    </dgm:pt>
    <dgm:pt modelId="{9F230FA2-7F96-4B12-B96C-1C9D91E71755}" type="parTrans" cxnId="{990A3FFA-1B7E-439D-B517-C5057E6E3207}">
      <dgm:prSet/>
      <dgm:spPr/>
      <dgm:t>
        <a:bodyPr/>
        <a:lstStyle/>
        <a:p>
          <a:endParaRPr lang="en-US"/>
        </a:p>
      </dgm:t>
    </dgm:pt>
    <dgm:pt modelId="{4AF584BD-2D0C-4C48-B6BD-D61AB0F1E808}" type="sibTrans" cxnId="{990A3FFA-1B7E-439D-B517-C5057E6E3207}">
      <dgm:prSet/>
      <dgm:spPr/>
      <dgm:t>
        <a:bodyPr/>
        <a:lstStyle/>
        <a:p>
          <a:endParaRPr lang="en-US"/>
        </a:p>
      </dgm:t>
    </dgm:pt>
    <dgm:pt modelId="{FA55FFDD-1590-4ADA-8232-2F4D5EC4C24D}">
      <dgm:prSet phldrT="[Text]" custT="1"/>
      <dgm:spPr/>
      <dgm:t>
        <a:bodyPr/>
        <a:lstStyle/>
        <a:p>
          <a:r>
            <a:rPr lang="en-US" sz="2800" dirty="0" smtClean="0"/>
            <a:t>Automate decision making</a:t>
          </a:r>
          <a:endParaRPr lang="en-US" sz="2800" dirty="0"/>
        </a:p>
      </dgm:t>
    </dgm:pt>
    <dgm:pt modelId="{52F63F23-F6E2-4263-BADA-52E649155C16}" type="parTrans" cxnId="{DCC3F6AB-0DA6-4F3E-806E-168458524545}">
      <dgm:prSet/>
      <dgm:spPr/>
      <dgm:t>
        <a:bodyPr/>
        <a:lstStyle/>
        <a:p>
          <a:endParaRPr lang="en-US"/>
        </a:p>
      </dgm:t>
    </dgm:pt>
    <dgm:pt modelId="{560A2EBC-CAFC-4923-A617-AE5B9777D97F}" type="sibTrans" cxnId="{DCC3F6AB-0DA6-4F3E-806E-168458524545}">
      <dgm:prSet/>
      <dgm:spPr/>
      <dgm:t>
        <a:bodyPr/>
        <a:lstStyle/>
        <a:p>
          <a:endParaRPr lang="en-US"/>
        </a:p>
      </dgm:t>
    </dgm:pt>
    <dgm:pt modelId="{5885FB3C-5A2B-4AF1-A091-064EB1E972F7}">
      <dgm:prSet phldrT="[Text]" custT="1"/>
      <dgm:spPr/>
      <dgm:t>
        <a:bodyPr/>
        <a:lstStyle/>
        <a:p>
          <a:r>
            <a:rPr lang="en-US" sz="2400" dirty="0" smtClean="0"/>
            <a:t>Other applications across industries</a:t>
          </a:r>
          <a:endParaRPr lang="en-US" sz="2400" dirty="0"/>
        </a:p>
      </dgm:t>
    </dgm:pt>
    <dgm:pt modelId="{7F3C661D-85CA-4F14-889F-9802ED77E43E}" type="parTrans" cxnId="{1D77012A-14F2-4FA0-B322-1F1D43F133B7}">
      <dgm:prSet/>
      <dgm:spPr/>
      <dgm:t>
        <a:bodyPr/>
        <a:lstStyle/>
        <a:p>
          <a:endParaRPr lang="en-US"/>
        </a:p>
      </dgm:t>
    </dgm:pt>
    <dgm:pt modelId="{A50614A2-F14D-4028-8CF6-4356FB5D06B4}" type="sibTrans" cxnId="{1D77012A-14F2-4FA0-B322-1F1D43F133B7}">
      <dgm:prSet/>
      <dgm:spPr/>
      <dgm:t>
        <a:bodyPr/>
        <a:lstStyle/>
        <a:p>
          <a:endParaRPr lang="en-US"/>
        </a:p>
      </dgm:t>
    </dgm:pt>
    <dgm:pt modelId="{81F8679D-3D56-46A3-84A1-D6F987FB2856}" type="pres">
      <dgm:prSet presAssocID="{2C40AA6E-DC7C-4882-9A51-0083A2BBB87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9329D3D-C794-4CEF-983F-C62CB7332BF3}" type="pres">
      <dgm:prSet presAssocID="{5A9ABDC1-12AE-42FD-8889-779497879C7C}" presName="root1" presStyleCnt="0"/>
      <dgm:spPr/>
    </dgm:pt>
    <dgm:pt modelId="{37C044DC-80DA-4AC7-97A9-82840C416E88}" type="pres">
      <dgm:prSet presAssocID="{5A9ABDC1-12AE-42FD-8889-779497879C7C}" presName="LevelOneTextNode" presStyleLbl="node0" presStyleIdx="0" presStyleCnt="1" custScaleY="8268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A4ED6E-C49A-4216-B8A1-BB0EEF775FED}" type="pres">
      <dgm:prSet presAssocID="{5A9ABDC1-12AE-42FD-8889-779497879C7C}" presName="level2hierChild" presStyleCnt="0"/>
      <dgm:spPr/>
    </dgm:pt>
    <dgm:pt modelId="{9EA9D54D-F3FC-498A-9708-34795C8E8C64}" type="pres">
      <dgm:prSet presAssocID="{9F230FA2-7F96-4B12-B96C-1C9D91E71755}" presName="conn2-1" presStyleLbl="parChTrans1D2" presStyleIdx="0" presStyleCnt="3"/>
      <dgm:spPr/>
    </dgm:pt>
    <dgm:pt modelId="{56A481FA-D30E-4D76-B5B3-5446F5D856C6}" type="pres">
      <dgm:prSet presAssocID="{9F230FA2-7F96-4B12-B96C-1C9D91E71755}" presName="connTx" presStyleLbl="parChTrans1D2" presStyleIdx="0" presStyleCnt="3"/>
      <dgm:spPr/>
    </dgm:pt>
    <dgm:pt modelId="{B6F8FE03-E916-47FB-9A38-88F63BECF1FC}" type="pres">
      <dgm:prSet presAssocID="{C7AD7C30-5794-4B3C-821D-EFB9C418BDA8}" presName="root2" presStyleCnt="0"/>
      <dgm:spPr/>
    </dgm:pt>
    <dgm:pt modelId="{A3D0B17F-DB52-4126-AECB-BD29651B88BC}" type="pres">
      <dgm:prSet presAssocID="{C7AD7C30-5794-4B3C-821D-EFB9C418BDA8}" presName="LevelTwoTextNode" presStyleLbl="node2" presStyleIdx="0" presStyleCnt="3" custScaleX="224720" custLinFactNeighborX="302" custLinFactNeighborY="40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EAD01C-2B9A-459E-9640-1C96F44E8ACA}" type="pres">
      <dgm:prSet presAssocID="{C7AD7C30-5794-4B3C-821D-EFB9C418BDA8}" presName="level3hierChild" presStyleCnt="0"/>
      <dgm:spPr/>
    </dgm:pt>
    <dgm:pt modelId="{FB96B45D-2F61-43E4-BC97-70DB92CCE9BE}" type="pres">
      <dgm:prSet presAssocID="{52F63F23-F6E2-4263-BADA-52E649155C16}" presName="conn2-1" presStyleLbl="parChTrans1D2" presStyleIdx="1" presStyleCnt="3"/>
      <dgm:spPr/>
    </dgm:pt>
    <dgm:pt modelId="{9C940825-99D1-4B79-BDC5-D92DD33882F6}" type="pres">
      <dgm:prSet presAssocID="{52F63F23-F6E2-4263-BADA-52E649155C16}" presName="connTx" presStyleLbl="parChTrans1D2" presStyleIdx="1" presStyleCnt="3"/>
      <dgm:spPr/>
    </dgm:pt>
    <dgm:pt modelId="{4E7D3AE8-C277-428A-9C92-FCA82407C4F3}" type="pres">
      <dgm:prSet presAssocID="{FA55FFDD-1590-4ADA-8232-2F4D5EC4C24D}" presName="root2" presStyleCnt="0"/>
      <dgm:spPr/>
    </dgm:pt>
    <dgm:pt modelId="{343F8660-E562-49EB-82BB-F2C50F7CCF4B}" type="pres">
      <dgm:prSet presAssocID="{FA55FFDD-1590-4ADA-8232-2F4D5EC4C24D}" presName="LevelTwoTextNode" presStyleLbl="node2" presStyleIdx="1" presStyleCnt="3" custScaleX="22687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438958F-A69C-46FB-A57F-B6BBCDAA1C4A}" type="pres">
      <dgm:prSet presAssocID="{FA55FFDD-1590-4ADA-8232-2F4D5EC4C24D}" presName="level3hierChild" presStyleCnt="0"/>
      <dgm:spPr/>
    </dgm:pt>
    <dgm:pt modelId="{52761F61-3B68-45C7-A13E-6C7045ACF845}" type="pres">
      <dgm:prSet presAssocID="{7F3C661D-85CA-4F14-889F-9802ED77E43E}" presName="conn2-1" presStyleLbl="parChTrans1D2" presStyleIdx="2" presStyleCnt="3"/>
      <dgm:spPr/>
    </dgm:pt>
    <dgm:pt modelId="{4FA579BA-0AE5-4C0B-B8BA-58A47F0E2B8A}" type="pres">
      <dgm:prSet presAssocID="{7F3C661D-85CA-4F14-889F-9802ED77E43E}" presName="connTx" presStyleLbl="parChTrans1D2" presStyleIdx="2" presStyleCnt="3"/>
      <dgm:spPr/>
    </dgm:pt>
    <dgm:pt modelId="{9E80C316-8ADC-4AB9-9D6D-FE21BCE56E29}" type="pres">
      <dgm:prSet presAssocID="{5885FB3C-5A2B-4AF1-A091-064EB1E972F7}" presName="root2" presStyleCnt="0"/>
      <dgm:spPr/>
    </dgm:pt>
    <dgm:pt modelId="{CB0EDB72-FE42-4936-957B-F6AD61672401}" type="pres">
      <dgm:prSet presAssocID="{5885FB3C-5A2B-4AF1-A091-064EB1E972F7}" presName="LevelTwoTextNode" presStyleLbl="node2" presStyleIdx="2" presStyleCnt="3" custScaleX="22532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92DB6A-FA7F-44B2-9CB1-B41496FD0D69}" type="pres">
      <dgm:prSet presAssocID="{5885FB3C-5A2B-4AF1-A091-064EB1E972F7}" presName="level3hierChild" presStyleCnt="0"/>
      <dgm:spPr/>
    </dgm:pt>
  </dgm:ptLst>
  <dgm:cxnLst>
    <dgm:cxn modelId="{9CA4B353-1627-4604-B77D-9E5B9FBEDE8D}" type="presOf" srcId="{C7AD7C30-5794-4B3C-821D-EFB9C418BDA8}" destId="{A3D0B17F-DB52-4126-AECB-BD29651B88BC}" srcOrd="0" destOrd="0" presId="urn:microsoft.com/office/officeart/2008/layout/HorizontalMultiLevelHierarchy"/>
    <dgm:cxn modelId="{CCB943C6-E7BB-4F9F-91D2-98E75C12C3DD}" type="presOf" srcId="{7F3C661D-85CA-4F14-889F-9802ED77E43E}" destId="{52761F61-3B68-45C7-A13E-6C7045ACF845}" srcOrd="0" destOrd="0" presId="urn:microsoft.com/office/officeart/2008/layout/HorizontalMultiLevelHierarchy"/>
    <dgm:cxn modelId="{6F70B65B-DD4E-41EC-81DF-270397C58243}" type="presOf" srcId="{9F230FA2-7F96-4B12-B96C-1C9D91E71755}" destId="{56A481FA-D30E-4D76-B5B3-5446F5D856C6}" srcOrd="1" destOrd="0" presId="urn:microsoft.com/office/officeart/2008/layout/HorizontalMultiLevelHierarchy"/>
    <dgm:cxn modelId="{BDC237C7-DBB1-4F31-84CC-EA9886BBB6DC}" type="presOf" srcId="{5885FB3C-5A2B-4AF1-A091-064EB1E972F7}" destId="{CB0EDB72-FE42-4936-957B-F6AD61672401}" srcOrd="0" destOrd="0" presId="urn:microsoft.com/office/officeart/2008/layout/HorizontalMultiLevelHierarchy"/>
    <dgm:cxn modelId="{DCC3F6AB-0DA6-4F3E-806E-168458524545}" srcId="{5A9ABDC1-12AE-42FD-8889-779497879C7C}" destId="{FA55FFDD-1590-4ADA-8232-2F4D5EC4C24D}" srcOrd="1" destOrd="0" parTransId="{52F63F23-F6E2-4263-BADA-52E649155C16}" sibTransId="{560A2EBC-CAFC-4923-A617-AE5B9777D97F}"/>
    <dgm:cxn modelId="{38CFFC07-B860-47FB-A5A8-2614287C2640}" type="presOf" srcId="{2C40AA6E-DC7C-4882-9A51-0083A2BBB87B}" destId="{81F8679D-3D56-46A3-84A1-D6F987FB2856}" srcOrd="0" destOrd="0" presId="urn:microsoft.com/office/officeart/2008/layout/HorizontalMultiLevelHierarchy"/>
    <dgm:cxn modelId="{9E73DA37-1908-484A-BE8B-25ADA7D8476F}" type="presOf" srcId="{FA55FFDD-1590-4ADA-8232-2F4D5EC4C24D}" destId="{343F8660-E562-49EB-82BB-F2C50F7CCF4B}" srcOrd="0" destOrd="0" presId="urn:microsoft.com/office/officeart/2008/layout/HorizontalMultiLevelHierarchy"/>
    <dgm:cxn modelId="{504B654D-A2A7-438D-9223-EE50FB944957}" type="presOf" srcId="{9F230FA2-7F96-4B12-B96C-1C9D91E71755}" destId="{9EA9D54D-F3FC-498A-9708-34795C8E8C64}" srcOrd="0" destOrd="0" presId="urn:microsoft.com/office/officeart/2008/layout/HorizontalMultiLevelHierarchy"/>
    <dgm:cxn modelId="{1D77012A-14F2-4FA0-B322-1F1D43F133B7}" srcId="{5A9ABDC1-12AE-42FD-8889-779497879C7C}" destId="{5885FB3C-5A2B-4AF1-A091-064EB1E972F7}" srcOrd="2" destOrd="0" parTransId="{7F3C661D-85CA-4F14-889F-9802ED77E43E}" sibTransId="{A50614A2-F14D-4028-8CF6-4356FB5D06B4}"/>
    <dgm:cxn modelId="{49B4DD09-23FC-40F6-AAC8-F8F72CECA6C9}" type="presOf" srcId="{52F63F23-F6E2-4263-BADA-52E649155C16}" destId="{FB96B45D-2F61-43E4-BC97-70DB92CCE9BE}" srcOrd="0" destOrd="0" presId="urn:microsoft.com/office/officeart/2008/layout/HorizontalMultiLevelHierarchy"/>
    <dgm:cxn modelId="{990A3FFA-1B7E-439D-B517-C5057E6E3207}" srcId="{5A9ABDC1-12AE-42FD-8889-779497879C7C}" destId="{C7AD7C30-5794-4B3C-821D-EFB9C418BDA8}" srcOrd="0" destOrd="0" parTransId="{9F230FA2-7F96-4B12-B96C-1C9D91E71755}" sibTransId="{4AF584BD-2D0C-4C48-B6BD-D61AB0F1E808}"/>
    <dgm:cxn modelId="{B52060CC-8E9D-44E0-935B-6660C715633F}" type="presOf" srcId="{7F3C661D-85CA-4F14-889F-9802ED77E43E}" destId="{4FA579BA-0AE5-4C0B-B8BA-58A47F0E2B8A}" srcOrd="1" destOrd="0" presId="urn:microsoft.com/office/officeart/2008/layout/HorizontalMultiLevelHierarchy"/>
    <dgm:cxn modelId="{847EAA5F-A173-49BB-A61F-E3F8149A7B75}" type="presOf" srcId="{5A9ABDC1-12AE-42FD-8889-779497879C7C}" destId="{37C044DC-80DA-4AC7-97A9-82840C416E88}" srcOrd="0" destOrd="0" presId="urn:microsoft.com/office/officeart/2008/layout/HorizontalMultiLevelHierarchy"/>
    <dgm:cxn modelId="{93DEE909-908E-4DB8-9E17-47080406B0B3}" srcId="{2C40AA6E-DC7C-4882-9A51-0083A2BBB87B}" destId="{5A9ABDC1-12AE-42FD-8889-779497879C7C}" srcOrd="0" destOrd="0" parTransId="{BA1F1328-9D64-4E68-9609-D1152F6DC995}" sibTransId="{0759DB8E-5C86-4795-B4BF-7DE034A73862}"/>
    <dgm:cxn modelId="{FF9C1377-735C-4992-AA1C-9FA368F1230D}" type="presOf" srcId="{52F63F23-F6E2-4263-BADA-52E649155C16}" destId="{9C940825-99D1-4B79-BDC5-D92DD33882F6}" srcOrd="1" destOrd="0" presId="urn:microsoft.com/office/officeart/2008/layout/HorizontalMultiLevelHierarchy"/>
    <dgm:cxn modelId="{A0100A12-8553-42A3-A9FD-F18A9DD53AC6}" type="presParOf" srcId="{81F8679D-3D56-46A3-84A1-D6F987FB2856}" destId="{B9329D3D-C794-4CEF-983F-C62CB7332BF3}" srcOrd="0" destOrd="0" presId="urn:microsoft.com/office/officeart/2008/layout/HorizontalMultiLevelHierarchy"/>
    <dgm:cxn modelId="{B38ACDDB-94D8-4991-AE99-DE648F2F6E15}" type="presParOf" srcId="{B9329D3D-C794-4CEF-983F-C62CB7332BF3}" destId="{37C044DC-80DA-4AC7-97A9-82840C416E88}" srcOrd="0" destOrd="0" presId="urn:microsoft.com/office/officeart/2008/layout/HorizontalMultiLevelHierarchy"/>
    <dgm:cxn modelId="{12FF64EB-0DA1-4BFA-85C9-8C0F7D4746F4}" type="presParOf" srcId="{B9329D3D-C794-4CEF-983F-C62CB7332BF3}" destId="{EFA4ED6E-C49A-4216-B8A1-BB0EEF775FED}" srcOrd="1" destOrd="0" presId="urn:microsoft.com/office/officeart/2008/layout/HorizontalMultiLevelHierarchy"/>
    <dgm:cxn modelId="{34BB206D-A8BD-4FC6-8966-28BB5FF38C32}" type="presParOf" srcId="{EFA4ED6E-C49A-4216-B8A1-BB0EEF775FED}" destId="{9EA9D54D-F3FC-498A-9708-34795C8E8C64}" srcOrd="0" destOrd="0" presId="urn:microsoft.com/office/officeart/2008/layout/HorizontalMultiLevelHierarchy"/>
    <dgm:cxn modelId="{EA7723D9-12BF-4851-B8D8-459A104D86EC}" type="presParOf" srcId="{9EA9D54D-F3FC-498A-9708-34795C8E8C64}" destId="{56A481FA-D30E-4D76-B5B3-5446F5D856C6}" srcOrd="0" destOrd="0" presId="urn:microsoft.com/office/officeart/2008/layout/HorizontalMultiLevelHierarchy"/>
    <dgm:cxn modelId="{F0FA9AFC-2847-4D8D-902B-86E5BC885B79}" type="presParOf" srcId="{EFA4ED6E-C49A-4216-B8A1-BB0EEF775FED}" destId="{B6F8FE03-E916-47FB-9A38-88F63BECF1FC}" srcOrd="1" destOrd="0" presId="urn:microsoft.com/office/officeart/2008/layout/HorizontalMultiLevelHierarchy"/>
    <dgm:cxn modelId="{60D911D3-655D-413B-8800-ABCD59C42B1A}" type="presParOf" srcId="{B6F8FE03-E916-47FB-9A38-88F63BECF1FC}" destId="{A3D0B17F-DB52-4126-AECB-BD29651B88BC}" srcOrd="0" destOrd="0" presId="urn:microsoft.com/office/officeart/2008/layout/HorizontalMultiLevelHierarchy"/>
    <dgm:cxn modelId="{E7E76B0F-0847-4918-9F28-FE3E55D27F22}" type="presParOf" srcId="{B6F8FE03-E916-47FB-9A38-88F63BECF1FC}" destId="{ABEAD01C-2B9A-459E-9640-1C96F44E8ACA}" srcOrd="1" destOrd="0" presId="urn:microsoft.com/office/officeart/2008/layout/HorizontalMultiLevelHierarchy"/>
    <dgm:cxn modelId="{4A5AE2F8-8C90-4F4B-A71D-4C33995ED390}" type="presParOf" srcId="{EFA4ED6E-C49A-4216-B8A1-BB0EEF775FED}" destId="{FB96B45D-2F61-43E4-BC97-70DB92CCE9BE}" srcOrd="2" destOrd="0" presId="urn:microsoft.com/office/officeart/2008/layout/HorizontalMultiLevelHierarchy"/>
    <dgm:cxn modelId="{B1CB0000-EA66-472B-A288-54F16A78469A}" type="presParOf" srcId="{FB96B45D-2F61-43E4-BC97-70DB92CCE9BE}" destId="{9C940825-99D1-4B79-BDC5-D92DD33882F6}" srcOrd="0" destOrd="0" presId="urn:microsoft.com/office/officeart/2008/layout/HorizontalMultiLevelHierarchy"/>
    <dgm:cxn modelId="{388DD3BD-BE8B-4805-894F-E25805810F17}" type="presParOf" srcId="{EFA4ED6E-C49A-4216-B8A1-BB0EEF775FED}" destId="{4E7D3AE8-C277-428A-9C92-FCA82407C4F3}" srcOrd="3" destOrd="0" presId="urn:microsoft.com/office/officeart/2008/layout/HorizontalMultiLevelHierarchy"/>
    <dgm:cxn modelId="{E1713660-0998-4353-910B-C816301EABFC}" type="presParOf" srcId="{4E7D3AE8-C277-428A-9C92-FCA82407C4F3}" destId="{343F8660-E562-49EB-82BB-F2C50F7CCF4B}" srcOrd="0" destOrd="0" presId="urn:microsoft.com/office/officeart/2008/layout/HorizontalMultiLevelHierarchy"/>
    <dgm:cxn modelId="{9EF619F2-C973-4408-B5C1-92A7E8FE3124}" type="presParOf" srcId="{4E7D3AE8-C277-428A-9C92-FCA82407C4F3}" destId="{C438958F-A69C-46FB-A57F-B6BBCDAA1C4A}" srcOrd="1" destOrd="0" presId="urn:microsoft.com/office/officeart/2008/layout/HorizontalMultiLevelHierarchy"/>
    <dgm:cxn modelId="{61DC327A-C625-4DE3-8139-FD8A30B6FD91}" type="presParOf" srcId="{EFA4ED6E-C49A-4216-B8A1-BB0EEF775FED}" destId="{52761F61-3B68-45C7-A13E-6C7045ACF845}" srcOrd="4" destOrd="0" presId="urn:microsoft.com/office/officeart/2008/layout/HorizontalMultiLevelHierarchy"/>
    <dgm:cxn modelId="{0DA633C0-B993-47E7-8F43-7B858ECA5B6C}" type="presParOf" srcId="{52761F61-3B68-45C7-A13E-6C7045ACF845}" destId="{4FA579BA-0AE5-4C0B-B8BA-58A47F0E2B8A}" srcOrd="0" destOrd="0" presId="urn:microsoft.com/office/officeart/2008/layout/HorizontalMultiLevelHierarchy"/>
    <dgm:cxn modelId="{008AAE52-6739-4E97-A6E3-7584611FFE19}" type="presParOf" srcId="{EFA4ED6E-C49A-4216-B8A1-BB0EEF775FED}" destId="{9E80C316-8ADC-4AB9-9D6D-FE21BCE56E29}" srcOrd="5" destOrd="0" presId="urn:microsoft.com/office/officeart/2008/layout/HorizontalMultiLevelHierarchy"/>
    <dgm:cxn modelId="{C07FD861-683D-45EE-BF80-228757D6EE73}" type="presParOf" srcId="{9E80C316-8ADC-4AB9-9D6D-FE21BCE56E29}" destId="{CB0EDB72-FE42-4936-957B-F6AD61672401}" srcOrd="0" destOrd="0" presId="urn:microsoft.com/office/officeart/2008/layout/HorizontalMultiLevelHierarchy"/>
    <dgm:cxn modelId="{600E3B92-5357-4866-8EDA-E5B438DF6CE5}" type="presParOf" srcId="{9E80C316-8ADC-4AB9-9D6D-FE21BCE56E29}" destId="{2992DB6A-FA7F-44B2-9CB1-B41496FD0D69}" srcOrd="1" destOrd="0" presId="urn:microsoft.com/office/officeart/2008/layout/HorizontalMultiLevelHierarchy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293848-DBB0-4000-A096-2439E6A35733}" type="doc">
      <dgm:prSet loTypeId="urn:microsoft.com/office/officeart/2005/8/layout/vList3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6403DD3-4699-42FC-8DB1-7FEC2EDD3529}">
      <dgm:prSet/>
      <dgm:spPr/>
      <dgm:t>
        <a:bodyPr/>
        <a:lstStyle/>
        <a:p>
          <a:pPr rtl="0"/>
          <a:r>
            <a:rPr lang="en-US" b="1" i="0" baseline="0" smtClean="0"/>
            <a:t>Data Collection</a:t>
          </a:r>
          <a:r>
            <a:rPr lang="en-US" b="0" i="0" baseline="0" smtClean="0"/>
            <a:t>: </a:t>
          </a:r>
          <a:r>
            <a:rPr lang="en-US" b="0" i="1" baseline="0" smtClean="0"/>
            <a:t>Gather relevant data from various sources.</a:t>
          </a:r>
          <a:endParaRPr lang="en-US" b="1" i="0" baseline="0"/>
        </a:p>
      </dgm:t>
    </dgm:pt>
    <dgm:pt modelId="{865B4D64-D049-4138-8ADB-5A3CF7101EA4}" type="parTrans" cxnId="{4D3C26BC-4742-4954-BE97-8F50BD59F05A}">
      <dgm:prSet/>
      <dgm:spPr/>
      <dgm:t>
        <a:bodyPr/>
        <a:lstStyle/>
        <a:p>
          <a:endParaRPr lang="en-US"/>
        </a:p>
      </dgm:t>
    </dgm:pt>
    <dgm:pt modelId="{57A8A177-0994-4E9A-BFFD-5153B746ABE4}" type="sibTrans" cxnId="{4D3C26BC-4742-4954-BE97-8F50BD59F05A}">
      <dgm:prSet/>
      <dgm:spPr/>
      <dgm:t>
        <a:bodyPr/>
        <a:lstStyle/>
        <a:p>
          <a:endParaRPr lang="en-US"/>
        </a:p>
      </dgm:t>
    </dgm:pt>
    <dgm:pt modelId="{53BE6F37-B3A4-4B87-8336-F31C986A1819}">
      <dgm:prSet/>
      <dgm:spPr/>
      <dgm:t>
        <a:bodyPr/>
        <a:lstStyle/>
        <a:p>
          <a:pPr rtl="0"/>
          <a:r>
            <a:rPr lang="en-US" b="1" i="0" baseline="0" smtClean="0"/>
            <a:t>Data Preprocessing</a:t>
          </a:r>
          <a:r>
            <a:rPr lang="en-US" b="0" i="0" baseline="0" smtClean="0"/>
            <a:t>: </a:t>
          </a:r>
          <a:r>
            <a:rPr lang="en-US" b="0" i="1" baseline="0" smtClean="0"/>
            <a:t>Clean and format data for analysis.</a:t>
          </a:r>
          <a:endParaRPr lang="en-US"/>
        </a:p>
      </dgm:t>
    </dgm:pt>
    <dgm:pt modelId="{DE831223-DE1F-4238-A230-CC0F51919873}" type="parTrans" cxnId="{96D3155A-F97C-4683-9948-0AA2EA67252F}">
      <dgm:prSet/>
      <dgm:spPr/>
      <dgm:t>
        <a:bodyPr/>
        <a:lstStyle/>
        <a:p>
          <a:endParaRPr lang="en-US"/>
        </a:p>
      </dgm:t>
    </dgm:pt>
    <dgm:pt modelId="{F8595EF3-BF11-4888-B629-59A4CFC3B974}" type="sibTrans" cxnId="{96D3155A-F97C-4683-9948-0AA2EA67252F}">
      <dgm:prSet/>
      <dgm:spPr/>
      <dgm:t>
        <a:bodyPr/>
        <a:lstStyle/>
        <a:p>
          <a:endParaRPr lang="en-US"/>
        </a:p>
      </dgm:t>
    </dgm:pt>
    <dgm:pt modelId="{B83AA95D-3207-4691-B154-01DAB42F1F62}">
      <dgm:prSet/>
      <dgm:spPr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rtl="0"/>
          <a:r>
            <a:rPr lang="en-US" b="1" i="0" baseline="0" dirty="0" smtClean="0"/>
            <a:t>Model Selection</a:t>
          </a:r>
          <a:r>
            <a:rPr lang="en-US" b="0" i="0" baseline="0" dirty="0" smtClean="0"/>
            <a:t>: </a:t>
          </a:r>
          <a:r>
            <a:rPr lang="en-US" b="0" i="1" u="sng" baseline="0" dirty="0" smtClean="0"/>
            <a:t>Choose appropriate algorithms based on the problem.</a:t>
          </a:r>
          <a:endParaRPr lang="en-US" dirty="0"/>
        </a:p>
      </dgm:t>
    </dgm:pt>
    <dgm:pt modelId="{EC843141-B3E3-43B8-BFEE-53CAC01DCE14}" type="parTrans" cxnId="{E56C10B4-D2BD-4E73-B83F-97432B40C3AA}">
      <dgm:prSet/>
      <dgm:spPr/>
      <dgm:t>
        <a:bodyPr/>
        <a:lstStyle/>
        <a:p>
          <a:endParaRPr lang="en-US"/>
        </a:p>
      </dgm:t>
    </dgm:pt>
    <dgm:pt modelId="{338AABAF-3B15-4F0F-AF49-59D74AC2D0ED}" type="sibTrans" cxnId="{E56C10B4-D2BD-4E73-B83F-97432B40C3AA}">
      <dgm:prSet/>
      <dgm:spPr/>
      <dgm:t>
        <a:bodyPr/>
        <a:lstStyle/>
        <a:p>
          <a:endParaRPr lang="en-US"/>
        </a:p>
      </dgm:t>
    </dgm:pt>
    <dgm:pt modelId="{43193000-E61C-4950-A186-A13F06A1C23E}">
      <dgm:prSet/>
      <dgm:spPr/>
      <dgm:t>
        <a:bodyPr/>
        <a:lstStyle/>
        <a:p>
          <a:pPr rtl="0"/>
          <a:r>
            <a:rPr lang="en-US" b="1" i="0" baseline="0" dirty="0" smtClean="0"/>
            <a:t>Training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Feed data into the model to learn patterns.</a:t>
          </a:r>
          <a:endParaRPr lang="en-US" dirty="0"/>
        </a:p>
      </dgm:t>
    </dgm:pt>
    <dgm:pt modelId="{93F23939-03B8-404A-AB1D-EAB19D70C21A}" type="parTrans" cxnId="{E040D28F-BC41-47AE-8835-A0450A73CA86}">
      <dgm:prSet/>
      <dgm:spPr/>
      <dgm:t>
        <a:bodyPr/>
        <a:lstStyle/>
        <a:p>
          <a:endParaRPr lang="en-US"/>
        </a:p>
      </dgm:t>
    </dgm:pt>
    <dgm:pt modelId="{493576BA-5C21-40F3-B16F-C1F1E1752142}" type="sibTrans" cxnId="{E040D28F-BC41-47AE-8835-A0450A73CA86}">
      <dgm:prSet/>
      <dgm:spPr/>
      <dgm:t>
        <a:bodyPr/>
        <a:lstStyle/>
        <a:p>
          <a:endParaRPr lang="en-US"/>
        </a:p>
      </dgm:t>
    </dgm:pt>
    <dgm:pt modelId="{442546D3-997B-491D-BD56-FBBFC31DE3C3}">
      <dgm:prSet/>
      <dgm:spPr/>
      <dgm:t>
        <a:bodyPr/>
        <a:lstStyle/>
        <a:p>
          <a:pPr rtl="0"/>
          <a:r>
            <a:rPr lang="en-US" b="1" i="0" baseline="0" dirty="0" smtClean="0"/>
            <a:t>Evaluation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Assess model performance using metrics.</a:t>
          </a:r>
          <a:endParaRPr lang="en-US" dirty="0"/>
        </a:p>
      </dgm:t>
    </dgm:pt>
    <dgm:pt modelId="{57BCA997-29DE-4AD9-A939-6449ADA880BF}" type="parTrans" cxnId="{73324CDB-9826-4698-A143-B2D1600EA4A4}">
      <dgm:prSet/>
      <dgm:spPr/>
      <dgm:t>
        <a:bodyPr/>
        <a:lstStyle/>
        <a:p>
          <a:endParaRPr lang="en-US"/>
        </a:p>
      </dgm:t>
    </dgm:pt>
    <dgm:pt modelId="{EECD8F52-A672-455E-B847-F87221ABF9DC}" type="sibTrans" cxnId="{73324CDB-9826-4698-A143-B2D1600EA4A4}">
      <dgm:prSet/>
      <dgm:spPr/>
      <dgm:t>
        <a:bodyPr/>
        <a:lstStyle/>
        <a:p>
          <a:endParaRPr lang="en-US"/>
        </a:p>
      </dgm:t>
    </dgm:pt>
    <dgm:pt modelId="{4D353C99-E240-4AF1-86A3-E521F9C5B282}">
      <dgm:prSet/>
      <dgm:spPr/>
      <dgm:t>
        <a:bodyPr/>
        <a:lstStyle/>
        <a:p>
          <a:pPr rtl="0"/>
          <a:r>
            <a:rPr lang="en-US" b="1" i="0" baseline="0" dirty="0" smtClean="0"/>
            <a:t>Deployment</a:t>
          </a:r>
          <a:r>
            <a:rPr lang="en-US" b="0" i="0" baseline="0" dirty="0" smtClean="0"/>
            <a:t>: </a:t>
          </a:r>
          <a:r>
            <a:rPr lang="en-US" b="0" i="1" baseline="0" dirty="0" smtClean="0"/>
            <a:t>Implement the model in a real-world environment.</a:t>
          </a:r>
          <a:endParaRPr lang="en-US" dirty="0"/>
        </a:p>
      </dgm:t>
    </dgm:pt>
    <dgm:pt modelId="{4169A551-D292-4979-9149-860C19556349}" type="parTrans" cxnId="{4D11EBFA-2145-4B5B-A5BB-F8D7C1D04C30}">
      <dgm:prSet/>
      <dgm:spPr/>
      <dgm:t>
        <a:bodyPr/>
        <a:lstStyle/>
        <a:p>
          <a:endParaRPr lang="en-US"/>
        </a:p>
      </dgm:t>
    </dgm:pt>
    <dgm:pt modelId="{88F2D1C6-FFAF-42A9-823C-F15960594025}" type="sibTrans" cxnId="{4D11EBFA-2145-4B5B-A5BB-F8D7C1D04C30}">
      <dgm:prSet/>
      <dgm:spPr/>
      <dgm:t>
        <a:bodyPr/>
        <a:lstStyle/>
        <a:p>
          <a:endParaRPr lang="en-US"/>
        </a:p>
      </dgm:t>
    </dgm:pt>
    <dgm:pt modelId="{AC63B627-0D52-4CD6-9C04-30E9731571EE}" type="pres">
      <dgm:prSet presAssocID="{24293848-DBB0-4000-A096-2439E6A35733}" presName="linearFlow" presStyleCnt="0">
        <dgm:presLayoutVars>
          <dgm:dir/>
          <dgm:resizeHandles val="exact"/>
        </dgm:presLayoutVars>
      </dgm:prSet>
      <dgm:spPr/>
    </dgm:pt>
    <dgm:pt modelId="{46DD5E7A-C463-461E-BA6B-008A04FBF297}" type="pres">
      <dgm:prSet presAssocID="{56403DD3-4699-42FC-8DB1-7FEC2EDD3529}" presName="composite" presStyleCnt="0"/>
      <dgm:spPr/>
    </dgm:pt>
    <dgm:pt modelId="{0BCD7248-7B84-4A7F-A948-AE60EBD18B3C}" type="pres">
      <dgm:prSet presAssocID="{56403DD3-4699-42FC-8DB1-7FEC2EDD3529}" presName="imgShp" presStyleLbl="fgImgPlace1" presStyleIdx="0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20D8C15-CB7A-42C8-82E3-E5424FC3C69E}" type="pres">
      <dgm:prSet presAssocID="{56403DD3-4699-42FC-8DB1-7FEC2EDD3529}" presName="txShp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5CEA1B-011E-436E-BCA6-7F135E6B3583}" type="pres">
      <dgm:prSet presAssocID="{57A8A177-0994-4E9A-BFFD-5153B746ABE4}" presName="spacing" presStyleCnt="0"/>
      <dgm:spPr/>
    </dgm:pt>
    <dgm:pt modelId="{09F00FF2-1F66-456D-AE12-6DCBA8107675}" type="pres">
      <dgm:prSet presAssocID="{53BE6F37-B3A4-4B87-8336-F31C986A1819}" presName="composite" presStyleCnt="0"/>
      <dgm:spPr/>
    </dgm:pt>
    <dgm:pt modelId="{8DFEEBBE-A9E1-4593-8BB1-8968D1298429}" type="pres">
      <dgm:prSet presAssocID="{53BE6F37-B3A4-4B87-8336-F31C986A1819}" presName="imgShp" presStyleLbl="fgImgPlace1" presStyleIdx="1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4E2D9A7-6CD0-43CF-AB4B-BA400E43AD0E}" type="pres">
      <dgm:prSet presAssocID="{53BE6F37-B3A4-4B87-8336-F31C986A1819}" presName="txShp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1F1CEC-4AB7-45A7-82CC-2420DEECF5E4}" type="pres">
      <dgm:prSet presAssocID="{F8595EF3-BF11-4888-B629-59A4CFC3B974}" presName="spacing" presStyleCnt="0"/>
      <dgm:spPr/>
    </dgm:pt>
    <dgm:pt modelId="{B8878E72-9C82-47E2-9E7A-6B6ADB0B7212}" type="pres">
      <dgm:prSet presAssocID="{B83AA95D-3207-4691-B154-01DAB42F1F62}" presName="composite" presStyleCnt="0"/>
      <dgm:spPr/>
    </dgm:pt>
    <dgm:pt modelId="{BB13BDD3-D98A-4822-B9EC-1BB0F71997AA}" type="pres">
      <dgm:prSet presAssocID="{B83AA95D-3207-4691-B154-01DAB42F1F62}" presName="imgShp" presStyleLbl="fgImgPlace1" presStyleIdx="2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2EC38173-8439-4113-9C4B-8CF9546634D0}" type="pres">
      <dgm:prSet presAssocID="{B83AA95D-3207-4691-B154-01DAB42F1F62}" presName="txShp" presStyleLbl="node1" presStyleIdx="2" presStyleCnt="6">
        <dgm:presLayoutVars>
          <dgm:bulletEnabled val="1"/>
        </dgm:presLayoutVars>
      </dgm:prSet>
      <dgm:spPr/>
    </dgm:pt>
    <dgm:pt modelId="{208C7F4B-F9A5-4E1F-8C66-F2282650F4EF}" type="pres">
      <dgm:prSet presAssocID="{338AABAF-3B15-4F0F-AF49-59D74AC2D0ED}" presName="spacing" presStyleCnt="0"/>
      <dgm:spPr/>
    </dgm:pt>
    <dgm:pt modelId="{D74AAA3A-7D84-45B5-87FF-EF9347E1C9BF}" type="pres">
      <dgm:prSet presAssocID="{43193000-E61C-4950-A186-A13F06A1C23E}" presName="composite" presStyleCnt="0"/>
      <dgm:spPr/>
    </dgm:pt>
    <dgm:pt modelId="{30FBE14E-E12F-4259-BBCC-EEA5B7BDD601}" type="pres">
      <dgm:prSet presAssocID="{43193000-E61C-4950-A186-A13F06A1C23E}" presName="imgShp" presStyleLbl="fgImgPlace1" presStyleIdx="3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661226B-DC7A-4A0C-AB88-85C6EFF09560}" type="pres">
      <dgm:prSet presAssocID="{43193000-E61C-4950-A186-A13F06A1C23E}" presName="txShp" presStyleLbl="node1" presStyleIdx="3" presStyleCnt="6">
        <dgm:presLayoutVars>
          <dgm:bulletEnabled val="1"/>
        </dgm:presLayoutVars>
      </dgm:prSet>
      <dgm:spPr/>
    </dgm:pt>
    <dgm:pt modelId="{A427432A-3AE0-4ECF-9F5C-F87571E4B081}" type="pres">
      <dgm:prSet presAssocID="{493576BA-5C21-40F3-B16F-C1F1E1752142}" presName="spacing" presStyleCnt="0"/>
      <dgm:spPr/>
    </dgm:pt>
    <dgm:pt modelId="{D3A56B46-B0A3-4283-88C2-D074BBD4F50C}" type="pres">
      <dgm:prSet presAssocID="{442546D3-997B-491D-BD56-FBBFC31DE3C3}" presName="composite" presStyleCnt="0"/>
      <dgm:spPr/>
    </dgm:pt>
    <dgm:pt modelId="{1C4ADCAE-1344-41F1-B42F-057D30145C55}" type="pres">
      <dgm:prSet presAssocID="{442546D3-997B-491D-BD56-FBBFC31DE3C3}" presName="imgShp" presStyleLbl="fgImgPlace1" presStyleIdx="4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E9571C2F-5614-41B2-8428-862A7884E731}" type="pres">
      <dgm:prSet presAssocID="{442546D3-997B-491D-BD56-FBBFC31DE3C3}" presName="txShp" presStyleLbl="node1" presStyleIdx="4" presStyleCnt="6">
        <dgm:presLayoutVars>
          <dgm:bulletEnabled val="1"/>
        </dgm:presLayoutVars>
      </dgm:prSet>
      <dgm:spPr/>
    </dgm:pt>
    <dgm:pt modelId="{2890095B-6043-4FE2-B24F-6E2BA5C3D1A8}" type="pres">
      <dgm:prSet presAssocID="{EECD8F52-A672-455E-B847-F87221ABF9DC}" presName="spacing" presStyleCnt="0"/>
      <dgm:spPr/>
    </dgm:pt>
    <dgm:pt modelId="{09699AD9-4F74-49A9-850E-9A2B96FE47B2}" type="pres">
      <dgm:prSet presAssocID="{4D353C99-E240-4AF1-86A3-E521F9C5B282}" presName="composite" presStyleCnt="0"/>
      <dgm:spPr/>
    </dgm:pt>
    <dgm:pt modelId="{3E4C9D39-680A-4F87-8556-8BE0100CFB39}" type="pres">
      <dgm:prSet presAssocID="{4D353C99-E240-4AF1-86A3-E521F9C5B282}" presName="imgShp" presStyleLbl="fgImgPlace1" presStyleIdx="5" presStyleCnt="6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8F78612-4D3C-4958-B5DE-CD28C01D2987}" type="pres">
      <dgm:prSet presAssocID="{4D353C99-E240-4AF1-86A3-E521F9C5B282}" presName="txShp" presStyleLbl="node1" presStyleIdx="5" presStyleCnt="6">
        <dgm:presLayoutVars>
          <dgm:bulletEnabled val="1"/>
        </dgm:presLayoutVars>
      </dgm:prSet>
      <dgm:spPr/>
    </dgm:pt>
  </dgm:ptLst>
  <dgm:cxnLst>
    <dgm:cxn modelId="{799A6013-A12C-4D08-8A7D-B2A054C05309}" type="presOf" srcId="{53BE6F37-B3A4-4B87-8336-F31C986A1819}" destId="{04E2D9A7-6CD0-43CF-AB4B-BA400E43AD0E}" srcOrd="0" destOrd="0" presId="urn:microsoft.com/office/officeart/2005/8/layout/vList3"/>
    <dgm:cxn modelId="{4D579A1C-A033-4EA5-9174-991E2704BA50}" type="presOf" srcId="{B83AA95D-3207-4691-B154-01DAB42F1F62}" destId="{2EC38173-8439-4113-9C4B-8CF9546634D0}" srcOrd="0" destOrd="0" presId="urn:microsoft.com/office/officeart/2005/8/layout/vList3"/>
    <dgm:cxn modelId="{76F72EFC-DC97-4567-AEAA-27B965ADB336}" type="presOf" srcId="{56403DD3-4699-42FC-8DB1-7FEC2EDD3529}" destId="{020D8C15-CB7A-42C8-82E3-E5424FC3C69E}" srcOrd="0" destOrd="0" presId="urn:microsoft.com/office/officeart/2005/8/layout/vList3"/>
    <dgm:cxn modelId="{96D3155A-F97C-4683-9948-0AA2EA67252F}" srcId="{24293848-DBB0-4000-A096-2439E6A35733}" destId="{53BE6F37-B3A4-4B87-8336-F31C986A1819}" srcOrd="1" destOrd="0" parTransId="{DE831223-DE1F-4238-A230-CC0F51919873}" sibTransId="{F8595EF3-BF11-4888-B629-59A4CFC3B974}"/>
    <dgm:cxn modelId="{6323DAC1-1F20-4E4F-B147-7138E300DF0B}" type="presOf" srcId="{43193000-E61C-4950-A186-A13F06A1C23E}" destId="{B661226B-DC7A-4A0C-AB88-85C6EFF09560}" srcOrd="0" destOrd="0" presId="urn:microsoft.com/office/officeart/2005/8/layout/vList3"/>
    <dgm:cxn modelId="{6C817872-CD5A-49FF-B6F2-14B0BE3967E2}" type="presOf" srcId="{24293848-DBB0-4000-A096-2439E6A35733}" destId="{AC63B627-0D52-4CD6-9C04-30E9731571EE}" srcOrd="0" destOrd="0" presId="urn:microsoft.com/office/officeart/2005/8/layout/vList3"/>
    <dgm:cxn modelId="{4D3C26BC-4742-4954-BE97-8F50BD59F05A}" srcId="{24293848-DBB0-4000-A096-2439E6A35733}" destId="{56403DD3-4699-42FC-8DB1-7FEC2EDD3529}" srcOrd="0" destOrd="0" parTransId="{865B4D64-D049-4138-8ADB-5A3CF7101EA4}" sibTransId="{57A8A177-0994-4E9A-BFFD-5153B746ABE4}"/>
    <dgm:cxn modelId="{4D11EBFA-2145-4B5B-A5BB-F8D7C1D04C30}" srcId="{24293848-DBB0-4000-A096-2439E6A35733}" destId="{4D353C99-E240-4AF1-86A3-E521F9C5B282}" srcOrd="5" destOrd="0" parTransId="{4169A551-D292-4979-9149-860C19556349}" sibTransId="{88F2D1C6-FFAF-42A9-823C-F15960594025}"/>
    <dgm:cxn modelId="{1AAE2A86-37D2-4439-AC05-926D5A728EBE}" type="presOf" srcId="{442546D3-997B-491D-BD56-FBBFC31DE3C3}" destId="{E9571C2F-5614-41B2-8428-862A7884E731}" srcOrd="0" destOrd="0" presId="urn:microsoft.com/office/officeart/2005/8/layout/vList3"/>
    <dgm:cxn modelId="{E040D28F-BC41-47AE-8835-A0450A73CA86}" srcId="{24293848-DBB0-4000-A096-2439E6A35733}" destId="{43193000-E61C-4950-A186-A13F06A1C23E}" srcOrd="3" destOrd="0" parTransId="{93F23939-03B8-404A-AB1D-EAB19D70C21A}" sibTransId="{493576BA-5C21-40F3-B16F-C1F1E1752142}"/>
    <dgm:cxn modelId="{73324CDB-9826-4698-A143-B2D1600EA4A4}" srcId="{24293848-DBB0-4000-A096-2439E6A35733}" destId="{442546D3-997B-491D-BD56-FBBFC31DE3C3}" srcOrd="4" destOrd="0" parTransId="{57BCA997-29DE-4AD9-A939-6449ADA880BF}" sibTransId="{EECD8F52-A672-455E-B847-F87221ABF9DC}"/>
    <dgm:cxn modelId="{E0A631BB-AB4D-47AE-9799-6F9E506B89EF}" type="presOf" srcId="{4D353C99-E240-4AF1-86A3-E521F9C5B282}" destId="{B8F78612-4D3C-4958-B5DE-CD28C01D2987}" srcOrd="0" destOrd="0" presId="urn:microsoft.com/office/officeart/2005/8/layout/vList3"/>
    <dgm:cxn modelId="{E56C10B4-D2BD-4E73-B83F-97432B40C3AA}" srcId="{24293848-DBB0-4000-A096-2439E6A35733}" destId="{B83AA95D-3207-4691-B154-01DAB42F1F62}" srcOrd="2" destOrd="0" parTransId="{EC843141-B3E3-43B8-BFEE-53CAC01DCE14}" sibTransId="{338AABAF-3B15-4F0F-AF49-59D74AC2D0ED}"/>
    <dgm:cxn modelId="{1B176FB5-DB9A-4E3E-A7D7-866936A559BC}" type="presParOf" srcId="{AC63B627-0D52-4CD6-9C04-30E9731571EE}" destId="{46DD5E7A-C463-461E-BA6B-008A04FBF297}" srcOrd="0" destOrd="0" presId="urn:microsoft.com/office/officeart/2005/8/layout/vList3"/>
    <dgm:cxn modelId="{C1EA1D3A-C92C-4F1F-AED8-AB3684197BDA}" type="presParOf" srcId="{46DD5E7A-C463-461E-BA6B-008A04FBF297}" destId="{0BCD7248-7B84-4A7F-A948-AE60EBD18B3C}" srcOrd="0" destOrd="0" presId="urn:microsoft.com/office/officeart/2005/8/layout/vList3"/>
    <dgm:cxn modelId="{81BF1536-6BFE-4AC8-B44B-6D6C2297ED97}" type="presParOf" srcId="{46DD5E7A-C463-461E-BA6B-008A04FBF297}" destId="{020D8C15-CB7A-42C8-82E3-E5424FC3C69E}" srcOrd="1" destOrd="0" presId="urn:microsoft.com/office/officeart/2005/8/layout/vList3"/>
    <dgm:cxn modelId="{2355CA31-730E-4500-9D5F-A2C0793504C0}" type="presParOf" srcId="{AC63B627-0D52-4CD6-9C04-30E9731571EE}" destId="{005CEA1B-011E-436E-BCA6-7F135E6B3583}" srcOrd="1" destOrd="0" presId="urn:microsoft.com/office/officeart/2005/8/layout/vList3"/>
    <dgm:cxn modelId="{40DE1610-60DB-4C56-A916-A3D48E4A89B9}" type="presParOf" srcId="{AC63B627-0D52-4CD6-9C04-30E9731571EE}" destId="{09F00FF2-1F66-456D-AE12-6DCBA8107675}" srcOrd="2" destOrd="0" presId="urn:microsoft.com/office/officeart/2005/8/layout/vList3"/>
    <dgm:cxn modelId="{8645C53D-8C0D-4EC8-A7B1-FF3F9794CABF}" type="presParOf" srcId="{09F00FF2-1F66-456D-AE12-6DCBA8107675}" destId="{8DFEEBBE-A9E1-4593-8BB1-8968D1298429}" srcOrd="0" destOrd="0" presId="urn:microsoft.com/office/officeart/2005/8/layout/vList3"/>
    <dgm:cxn modelId="{8348CF4F-BFA2-48CA-BCB7-8E41FF4CF8E0}" type="presParOf" srcId="{09F00FF2-1F66-456D-AE12-6DCBA8107675}" destId="{04E2D9A7-6CD0-43CF-AB4B-BA400E43AD0E}" srcOrd="1" destOrd="0" presId="urn:microsoft.com/office/officeart/2005/8/layout/vList3"/>
    <dgm:cxn modelId="{76610B72-7A03-4591-8641-DA36EF9930FF}" type="presParOf" srcId="{AC63B627-0D52-4CD6-9C04-30E9731571EE}" destId="{6D1F1CEC-4AB7-45A7-82CC-2420DEECF5E4}" srcOrd="3" destOrd="0" presId="urn:microsoft.com/office/officeart/2005/8/layout/vList3"/>
    <dgm:cxn modelId="{DF25F905-438A-4FBB-837A-3DAC7558AD06}" type="presParOf" srcId="{AC63B627-0D52-4CD6-9C04-30E9731571EE}" destId="{B8878E72-9C82-47E2-9E7A-6B6ADB0B7212}" srcOrd="4" destOrd="0" presId="urn:microsoft.com/office/officeart/2005/8/layout/vList3"/>
    <dgm:cxn modelId="{431C4934-A23F-4D29-AAE2-DDF649745AB4}" type="presParOf" srcId="{B8878E72-9C82-47E2-9E7A-6B6ADB0B7212}" destId="{BB13BDD3-D98A-4822-B9EC-1BB0F71997AA}" srcOrd="0" destOrd="0" presId="urn:microsoft.com/office/officeart/2005/8/layout/vList3"/>
    <dgm:cxn modelId="{7DB2744B-4D50-43C2-9607-CFDD444F3D74}" type="presParOf" srcId="{B8878E72-9C82-47E2-9E7A-6B6ADB0B7212}" destId="{2EC38173-8439-4113-9C4B-8CF9546634D0}" srcOrd="1" destOrd="0" presId="urn:microsoft.com/office/officeart/2005/8/layout/vList3"/>
    <dgm:cxn modelId="{D244F020-F21F-4D6A-8536-B77E920C61A0}" type="presParOf" srcId="{AC63B627-0D52-4CD6-9C04-30E9731571EE}" destId="{208C7F4B-F9A5-4E1F-8C66-F2282650F4EF}" srcOrd="5" destOrd="0" presId="urn:microsoft.com/office/officeart/2005/8/layout/vList3"/>
    <dgm:cxn modelId="{3070ED58-5BB4-4161-8313-EC7B960F96CE}" type="presParOf" srcId="{AC63B627-0D52-4CD6-9C04-30E9731571EE}" destId="{D74AAA3A-7D84-45B5-87FF-EF9347E1C9BF}" srcOrd="6" destOrd="0" presId="urn:microsoft.com/office/officeart/2005/8/layout/vList3"/>
    <dgm:cxn modelId="{F75A8EA7-2FD0-439E-B66D-38D52A0F2819}" type="presParOf" srcId="{D74AAA3A-7D84-45B5-87FF-EF9347E1C9BF}" destId="{30FBE14E-E12F-4259-BBCC-EEA5B7BDD601}" srcOrd="0" destOrd="0" presId="urn:microsoft.com/office/officeart/2005/8/layout/vList3"/>
    <dgm:cxn modelId="{561A2469-8DA4-4CE7-BB7C-C0039CCD6879}" type="presParOf" srcId="{D74AAA3A-7D84-45B5-87FF-EF9347E1C9BF}" destId="{B661226B-DC7A-4A0C-AB88-85C6EFF09560}" srcOrd="1" destOrd="0" presId="urn:microsoft.com/office/officeart/2005/8/layout/vList3"/>
    <dgm:cxn modelId="{847844CD-3B77-403F-AD2D-334D9B1699F9}" type="presParOf" srcId="{AC63B627-0D52-4CD6-9C04-30E9731571EE}" destId="{A427432A-3AE0-4ECF-9F5C-F87571E4B081}" srcOrd="7" destOrd="0" presId="urn:microsoft.com/office/officeart/2005/8/layout/vList3"/>
    <dgm:cxn modelId="{52FED13C-61BD-4402-8FD3-D27F76A5E251}" type="presParOf" srcId="{AC63B627-0D52-4CD6-9C04-30E9731571EE}" destId="{D3A56B46-B0A3-4283-88C2-D074BBD4F50C}" srcOrd="8" destOrd="0" presId="urn:microsoft.com/office/officeart/2005/8/layout/vList3"/>
    <dgm:cxn modelId="{C9971E8B-EA7D-49D7-A210-90D4E454C1D3}" type="presParOf" srcId="{D3A56B46-B0A3-4283-88C2-D074BBD4F50C}" destId="{1C4ADCAE-1344-41F1-B42F-057D30145C55}" srcOrd="0" destOrd="0" presId="urn:microsoft.com/office/officeart/2005/8/layout/vList3"/>
    <dgm:cxn modelId="{25DEA8F6-85A9-4514-BF75-CE7263B1B2D3}" type="presParOf" srcId="{D3A56B46-B0A3-4283-88C2-D074BBD4F50C}" destId="{E9571C2F-5614-41B2-8428-862A7884E731}" srcOrd="1" destOrd="0" presId="urn:microsoft.com/office/officeart/2005/8/layout/vList3"/>
    <dgm:cxn modelId="{C694EE99-4D72-4BCF-9E0C-7F08F8881E99}" type="presParOf" srcId="{AC63B627-0D52-4CD6-9C04-30E9731571EE}" destId="{2890095B-6043-4FE2-B24F-6E2BA5C3D1A8}" srcOrd="9" destOrd="0" presId="urn:microsoft.com/office/officeart/2005/8/layout/vList3"/>
    <dgm:cxn modelId="{947DCC08-B56C-46BF-B8C4-95E6F594F9C1}" type="presParOf" srcId="{AC63B627-0D52-4CD6-9C04-30E9731571EE}" destId="{09699AD9-4F74-49A9-850E-9A2B96FE47B2}" srcOrd="10" destOrd="0" presId="urn:microsoft.com/office/officeart/2005/8/layout/vList3"/>
    <dgm:cxn modelId="{3970EB4F-6C08-4A37-94EA-6C6E74A530C9}" type="presParOf" srcId="{09699AD9-4F74-49A9-850E-9A2B96FE47B2}" destId="{3E4C9D39-680A-4F87-8556-8BE0100CFB39}" srcOrd="0" destOrd="0" presId="urn:microsoft.com/office/officeart/2005/8/layout/vList3"/>
    <dgm:cxn modelId="{97AC1B62-D3F1-400B-B5BA-BE0CECDA346D}" type="presParOf" srcId="{09699AD9-4F74-49A9-850E-9A2B96FE47B2}" destId="{B8F78612-4D3C-4958-B5DE-CD28C01D298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293848-DBB0-4000-A096-2439E6A35733}" type="doc">
      <dgm:prSet loTypeId="urn:microsoft.com/office/officeart/2005/8/layout/vList3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6403DD3-4699-42FC-8DB1-7FEC2EDD3529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Classification</a:t>
          </a:r>
          <a:r>
            <a:rPr lang="en-US" b="0" i="0" baseline="0" dirty="0" smtClean="0"/>
            <a:t> : Predicting discrete output values using input variables </a:t>
          </a:r>
          <a:r>
            <a:rPr lang="en-US" b="0" i="1" baseline="0" dirty="0" smtClean="0"/>
            <a:t>.</a:t>
          </a:r>
          <a:endParaRPr lang="en-US" b="1" i="0" baseline="0" dirty="0"/>
        </a:p>
      </dgm:t>
    </dgm:pt>
    <dgm:pt modelId="{865B4D64-D049-4138-8ADB-5A3CF7101EA4}" type="parTrans" cxnId="{4D3C26BC-4742-4954-BE97-8F50BD59F05A}">
      <dgm:prSet/>
      <dgm:spPr/>
      <dgm:t>
        <a:bodyPr/>
        <a:lstStyle/>
        <a:p>
          <a:endParaRPr lang="en-US"/>
        </a:p>
      </dgm:t>
    </dgm:pt>
    <dgm:pt modelId="{57A8A177-0994-4E9A-BFFD-5153B746ABE4}" type="sibTrans" cxnId="{4D3C26BC-4742-4954-BE97-8F50BD59F05A}">
      <dgm:prSet/>
      <dgm:spPr/>
      <dgm:t>
        <a:bodyPr/>
        <a:lstStyle/>
        <a:p>
          <a:endParaRPr lang="en-US"/>
        </a:p>
      </dgm:t>
    </dgm:pt>
    <dgm:pt modelId="{53BE6F37-B3A4-4B87-8336-F31C986A1819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Clustering</a:t>
          </a:r>
          <a:r>
            <a:rPr lang="en-US" b="0" i="0" baseline="0" dirty="0" smtClean="0"/>
            <a:t> : Creating subgroups based of common shared features     </a:t>
          </a:r>
          <a:r>
            <a:rPr lang="en-US" b="0" i="1" baseline="0" dirty="0" smtClean="0"/>
            <a:t>.</a:t>
          </a:r>
          <a:endParaRPr lang="en-US" dirty="0"/>
        </a:p>
      </dgm:t>
    </dgm:pt>
    <dgm:pt modelId="{DE831223-DE1F-4238-A230-CC0F51919873}" type="parTrans" cxnId="{96D3155A-F97C-4683-9948-0AA2EA67252F}">
      <dgm:prSet/>
      <dgm:spPr/>
      <dgm:t>
        <a:bodyPr/>
        <a:lstStyle/>
        <a:p>
          <a:endParaRPr lang="en-US"/>
        </a:p>
      </dgm:t>
    </dgm:pt>
    <dgm:pt modelId="{F8595EF3-BF11-4888-B629-59A4CFC3B974}" type="sibTrans" cxnId="{96D3155A-F97C-4683-9948-0AA2EA67252F}">
      <dgm:prSet/>
      <dgm:spPr/>
      <dgm:t>
        <a:bodyPr/>
        <a:lstStyle/>
        <a:p>
          <a:endParaRPr lang="en-US"/>
        </a:p>
      </dgm:t>
    </dgm:pt>
    <dgm:pt modelId="{B83AA95D-3207-4691-B154-01DAB42F1F62}">
      <dgm:prSet/>
      <dgm:spPr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Regression</a:t>
          </a:r>
          <a:r>
            <a:rPr lang="en-US" b="0" i="0" baseline="0" dirty="0" smtClean="0"/>
            <a:t> : Predicting continues output using input variables             </a:t>
          </a:r>
          <a:r>
            <a:rPr lang="en-US" b="0" i="1" u="sng" baseline="0" dirty="0" smtClean="0"/>
            <a:t>.</a:t>
          </a:r>
          <a:endParaRPr lang="en-US" dirty="0"/>
        </a:p>
      </dgm:t>
    </dgm:pt>
    <dgm:pt modelId="{EC843141-B3E3-43B8-BFEE-53CAC01DCE14}" type="parTrans" cxnId="{E56C10B4-D2BD-4E73-B83F-97432B40C3AA}">
      <dgm:prSet/>
      <dgm:spPr/>
      <dgm:t>
        <a:bodyPr/>
        <a:lstStyle/>
        <a:p>
          <a:endParaRPr lang="en-US"/>
        </a:p>
      </dgm:t>
    </dgm:pt>
    <dgm:pt modelId="{338AABAF-3B15-4F0F-AF49-59D74AC2D0ED}" type="sibTrans" cxnId="{E56C10B4-D2BD-4E73-B83F-97432B40C3AA}">
      <dgm:prSet/>
      <dgm:spPr/>
      <dgm:t>
        <a:bodyPr/>
        <a:lstStyle/>
        <a:p>
          <a:endParaRPr lang="en-US"/>
        </a:p>
      </dgm:t>
    </dgm:pt>
    <dgm:pt modelId="{43193000-E61C-4950-A186-A13F06A1C23E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For casting </a:t>
          </a:r>
          <a:r>
            <a:rPr lang="en-US" b="0" i="0" baseline="0" dirty="0" smtClean="0"/>
            <a:t>: This is a time – indexed prediction                                       </a:t>
          </a:r>
          <a:r>
            <a:rPr lang="en-US" b="0" i="1" baseline="0" dirty="0" smtClean="0"/>
            <a:t>.</a:t>
          </a:r>
          <a:endParaRPr lang="en-US" dirty="0"/>
        </a:p>
      </dgm:t>
    </dgm:pt>
    <dgm:pt modelId="{93F23939-03B8-404A-AB1D-EAB19D70C21A}" type="parTrans" cxnId="{E040D28F-BC41-47AE-8835-A0450A73CA86}">
      <dgm:prSet/>
      <dgm:spPr/>
      <dgm:t>
        <a:bodyPr/>
        <a:lstStyle/>
        <a:p>
          <a:endParaRPr lang="en-US"/>
        </a:p>
      </dgm:t>
    </dgm:pt>
    <dgm:pt modelId="{493576BA-5C21-40F3-B16F-C1F1E1752142}" type="sibTrans" cxnId="{E040D28F-BC41-47AE-8835-A0450A73CA86}">
      <dgm:prSet/>
      <dgm:spPr/>
      <dgm:t>
        <a:bodyPr/>
        <a:lstStyle/>
        <a:p>
          <a:endParaRPr lang="en-US"/>
        </a:p>
      </dgm:t>
    </dgm:pt>
    <dgm:pt modelId="{442546D3-997B-491D-BD56-FBBFC31DE3C3}">
      <dgm:prSet/>
      <dgm:spPr/>
      <dgm:t>
        <a:bodyPr/>
        <a:lstStyle/>
        <a:p>
          <a:pPr rtl="0"/>
          <a:r>
            <a:rPr lang="en-US" b="0" i="0" baseline="0" dirty="0" smtClean="0">
              <a:solidFill>
                <a:srgbClr val="FFC000"/>
              </a:solidFill>
            </a:rPr>
            <a:t>Recommendation</a:t>
          </a:r>
          <a:r>
            <a:rPr lang="en-US" b="0" i="0" baseline="0" dirty="0" smtClean="0"/>
            <a:t> : making an offer based on receiver’s preference</a:t>
          </a:r>
          <a:r>
            <a:rPr lang="en-US" b="0" i="1" baseline="0" dirty="0" smtClean="0"/>
            <a:t>.</a:t>
          </a:r>
          <a:endParaRPr lang="en-US" dirty="0"/>
        </a:p>
      </dgm:t>
    </dgm:pt>
    <dgm:pt modelId="{57BCA997-29DE-4AD9-A939-6449ADA880BF}" type="parTrans" cxnId="{73324CDB-9826-4698-A143-B2D1600EA4A4}">
      <dgm:prSet/>
      <dgm:spPr/>
      <dgm:t>
        <a:bodyPr/>
        <a:lstStyle/>
        <a:p>
          <a:endParaRPr lang="en-US"/>
        </a:p>
      </dgm:t>
    </dgm:pt>
    <dgm:pt modelId="{EECD8F52-A672-455E-B847-F87221ABF9DC}" type="sibTrans" cxnId="{73324CDB-9826-4698-A143-B2D1600EA4A4}">
      <dgm:prSet/>
      <dgm:spPr/>
      <dgm:t>
        <a:bodyPr/>
        <a:lstStyle/>
        <a:p>
          <a:endParaRPr lang="en-US"/>
        </a:p>
      </dgm:t>
    </dgm:pt>
    <dgm:pt modelId="{AC63B627-0D52-4CD6-9C04-30E9731571EE}" type="pres">
      <dgm:prSet presAssocID="{24293848-DBB0-4000-A096-2439E6A35733}" presName="linearFlow" presStyleCnt="0">
        <dgm:presLayoutVars>
          <dgm:dir/>
          <dgm:resizeHandles val="exact"/>
        </dgm:presLayoutVars>
      </dgm:prSet>
      <dgm:spPr/>
    </dgm:pt>
    <dgm:pt modelId="{46DD5E7A-C463-461E-BA6B-008A04FBF297}" type="pres">
      <dgm:prSet presAssocID="{56403DD3-4699-42FC-8DB1-7FEC2EDD3529}" presName="composite" presStyleCnt="0"/>
      <dgm:spPr/>
    </dgm:pt>
    <dgm:pt modelId="{0BCD7248-7B84-4A7F-A948-AE60EBD18B3C}" type="pres">
      <dgm:prSet presAssocID="{56403DD3-4699-42FC-8DB1-7FEC2EDD3529}" presName="imgShp" presStyleLbl="fgImgPlace1" presStyleIdx="0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20D8C15-CB7A-42C8-82E3-E5424FC3C69E}" type="pres">
      <dgm:prSet presAssocID="{56403DD3-4699-42FC-8DB1-7FEC2EDD352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5CEA1B-011E-436E-BCA6-7F135E6B3583}" type="pres">
      <dgm:prSet presAssocID="{57A8A177-0994-4E9A-BFFD-5153B746ABE4}" presName="spacing" presStyleCnt="0"/>
      <dgm:spPr/>
    </dgm:pt>
    <dgm:pt modelId="{09F00FF2-1F66-456D-AE12-6DCBA8107675}" type="pres">
      <dgm:prSet presAssocID="{53BE6F37-B3A4-4B87-8336-F31C986A1819}" presName="composite" presStyleCnt="0"/>
      <dgm:spPr/>
    </dgm:pt>
    <dgm:pt modelId="{8DFEEBBE-A9E1-4593-8BB1-8968D1298429}" type="pres">
      <dgm:prSet presAssocID="{53BE6F37-B3A4-4B87-8336-F31C986A1819}" presName="imgShp" presStyleLbl="fgImgPlace1" presStyleIdx="1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04E2D9A7-6CD0-43CF-AB4B-BA400E43AD0E}" type="pres">
      <dgm:prSet presAssocID="{53BE6F37-B3A4-4B87-8336-F31C986A1819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1F1CEC-4AB7-45A7-82CC-2420DEECF5E4}" type="pres">
      <dgm:prSet presAssocID="{F8595EF3-BF11-4888-B629-59A4CFC3B974}" presName="spacing" presStyleCnt="0"/>
      <dgm:spPr/>
    </dgm:pt>
    <dgm:pt modelId="{B8878E72-9C82-47E2-9E7A-6B6ADB0B7212}" type="pres">
      <dgm:prSet presAssocID="{B83AA95D-3207-4691-B154-01DAB42F1F62}" presName="composite" presStyleCnt="0"/>
      <dgm:spPr/>
    </dgm:pt>
    <dgm:pt modelId="{BB13BDD3-D98A-4822-B9EC-1BB0F71997AA}" type="pres">
      <dgm:prSet presAssocID="{B83AA95D-3207-4691-B154-01DAB42F1F62}" presName="imgShp" presStyleLbl="fgImgPlace1" presStyleIdx="2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2EC38173-8439-4113-9C4B-8CF9546634D0}" type="pres">
      <dgm:prSet presAssocID="{B83AA95D-3207-4691-B154-01DAB42F1F62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8C7F4B-F9A5-4E1F-8C66-F2282650F4EF}" type="pres">
      <dgm:prSet presAssocID="{338AABAF-3B15-4F0F-AF49-59D74AC2D0ED}" presName="spacing" presStyleCnt="0"/>
      <dgm:spPr/>
    </dgm:pt>
    <dgm:pt modelId="{D74AAA3A-7D84-45B5-87FF-EF9347E1C9BF}" type="pres">
      <dgm:prSet presAssocID="{43193000-E61C-4950-A186-A13F06A1C23E}" presName="composite" presStyleCnt="0"/>
      <dgm:spPr/>
    </dgm:pt>
    <dgm:pt modelId="{30FBE14E-E12F-4259-BBCC-EEA5B7BDD601}" type="pres">
      <dgm:prSet presAssocID="{43193000-E61C-4950-A186-A13F06A1C23E}" presName="imgShp" presStyleLbl="fgImgPlace1" presStyleIdx="3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B661226B-DC7A-4A0C-AB88-85C6EFF09560}" type="pres">
      <dgm:prSet presAssocID="{43193000-E61C-4950-A186-A13F06A1C23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27432A-3AE0-4ECF-9F5C-F87571E4B081}" type="pres">
      <dgm:prSet presAssocID="{493576BA-5C21-40F3-B16F-C1F1E1752142}" presName="spacing" presStyleCnt="0"/>
      <dgm:spPr/>
    </dgm:pt>
    <dgm:pt modelId="{D3A56B46-B0A3-4283-88C2-D074BBD4F50C}" type="pres">
      <dgm:prSet presAssocID="{442546D3-997B-491D-BD56-FBBFC31DE3C3}" presName="composite" presStyleCnt="0"/>
      <dgm:spPr/>
    </dgm:pt>
    <dgm:pt modelId="{1C4ADCAE-1344-41F1-B42F-057D30145C55}" type="pres">
      <dgm:prSet presAssocID="{442546D3-997B-491D-BD56-FBBFC31DE3C3}" presName="imgShp" presStyleLbl="fgImgPlace1" presStyleIdx="4" presStyleCnt="5"/>
      <dgm:spPr>
        <a:solidFill>
          <a:schemeClr val="accent1">
            <a:hueOff val="0"/>
            <a:satOff val="0"/>
            <a:lumOff val="0"/>
          </a:schemeClr>
        </a:solidFill>
      </dgm:spPr>
    </dgm:pt>
    <dgm:pt modelId="{E9571C2F-5614-41B2-8428-862A7884E731}" type="pres">
      <dgm:prSet presAssocID="{442546D3-997B-491D-BD56-FBBFC31DE3C3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289D08-7D61-4943-BFC4-D63C88C6E6C7}" type="presOf" srcId="{56403DD3-4699-42FC-8DB1-7FEC2EDD3529}" destId="{020D8C15-CB7A-42C8-82E3-E5424FC3C69E}" srcOrd="0" destOrd="0" presId="urn:microsoft.com/office/officeart/2005/8/layout/vList3"/>
    <dgm:cxn modelId="{856E37DA-BCE9-4213-A3C1-CDE7122A5DA6}" type="presOf" srcId="{43193000-E61C-4950-A186-A13F06A1C23E}" destId="{B661226B-DC7A-4A0C-AB88-85C6EFF09560}" srcOrd="0" destOrd="0" presId="urn:microsoft.com/office/officeart/2005/8/layout/vList3"/>
    <dgm:cxn modelId="{D2034C6A-7B56-4696-A149-8D644994941B}" type="presOf" srcId="{442546D3-997B-491D-BD56-FBBFC31DE3C3}" destId="{E9571C2F-5614-41B2-8428-862A7884E731}" srcOrd="0" destOrd="0" presId="urn:microsoft.com/office/officeart/2005/8/layout/vList3"/>
    <dgm:cxn modelId="{12C472C7-1489-4CF7-93FF-BD4F6F2A9AA9}" type="presOf" srcId="{B83AA95D-3207-4691-B154-01DAB42F1F62}" destId="{2EC38173-8439-4113-9C4B-8CF9546634D0}" srcOrd="0" destOrd="0" presId="urn:microsoft.com/office/officeart/2005/8/layout/vList3"/>
    <dgm:cxn modelId="{CF59041E-1943-414F-809C-15E3102CC7E0}" type="presOf" srcId="{24293848-DBB0-4000-A096-2439E6A35733}" destId="{AC63B627-0D52-4CD6-9C04-30E9731571EE}" srcOrd="0" destOrd="0" presId="urn:microsoft.com/office/officeart/2005/8/layout/vList3"/>
    <dgm:cxn modelId="{73324CDB-9826-4698-A143-B2D1600EA4A4}" srcId="{24293848-DBB0-4000-A096-2439E6A35733}" destId="{442546D3-997B-491D-BD56-FBBFC31DE3C3}" srcOrd="4" destOrd="0" parTransId="{57BCA997-29DE-4AD9-A939-6449ADA880BF}" sibTransId="{EECD8F52-A672-455E-B847-F87221ABF9DC}"/>
    <dgm:cxn modelId="{E040D28F-BC41-47AE-8835-A0450A73CA86}" srcId="{24293848-DBB0-4000-A096-2439E6A35733}" destId="{43193000-E61C-4950-A186-A13F06A1C23E}" srcOrd="3" destOrd="0" parTransId="{93F23939-03B8-404A-AB1D-EAB19D70C21A}" sibTransId="{493576BA-5C21-40F3-B16F-C1F1E1752142}"/>
    <dgm:cxn modelId="{96D3155A-F97C-4683-9948-0AA2EA67252F}" srcId="{24293848-DBB0-4000-A096-2439E6A35733}" destId="{53BE6F37-B3A4-4B87-8336-F31C986A1819}" srcOrd="1" destOrd="0" parTransId="{DE831223-DE1F-4238-A230-CC0F51919873}" sibTransId="{F8595EF3-BF11-4888-B629-59A4CFC3B974}"/>
    <dgm:cxn modelId="{4D3C26BC-4742-4954-BE97-8F50BD59F05A}" srcId="{24293848-DBB0-4000-A096-2439E6A35733}" destId="{56403DD3-4699-42FC-8DB1-7FEC2EDD3529}" srcOrd="0" destOrd="0" parTransId="{865B4D64-D049-4138-8ADB-5A3CF7101EA4}" sibTransId="{57A8A177-0994-4E9A-BFFD-5153B746ABE4}"/>
    <dgm:cxn modelId="{20991B50-C84D-484F-AF19-AF85659DABE2}" type="presOf" srcId="{53BE6F37-B3A4-4B87-8336-F31C986A1819}" destId="{04E2D9A7-6CD0-43CF-AB4B-BA400E43AD0E}" srcOrd="0" destOrd="0" presId="urn:microsoft.com/office/officeart/2005/8/layout/vList3"/>
    <dgm:cxn modelId="{E56C10B4-D2BD-4E73-B83F-97432B40C3AA}" srcId="{24293848-DBB0-4000-A096-2439E6A35733}" destId="{B83AA95D-3207-4691-B154-01DAB42F1F62}" srcOrd="2" destOrd="0" parTransId="{EC843141-B3E3-43B8-BFEE-53CAC01DCE14}" sibTransId="{338AABAF-3B15-4F0F-AF49-59D74AC2D0ED}"/>
    <dgm:cxn modelId="{6553D93D-144E-47C7-B2C4-B026C7563377}" type="presParOf" srcId="{AC63B627-0D52-4CD6-9C04-30E9731571EE}" destId="{46DD5E7A-C463-461E-BA6B-008A04FBF297}" srcOrd="0" destOrd="0" presId="urn:microsoft.com/office/officeart/2005/8/layout/vList3"/>
    <dgm:cxn modelId="{71970734-E0D2-4FBB-B862-2AC39FED46D2}" type="presParOf" srcId="{46DD5E7A-C463-461E-BA6B-008A04FBF297}" destId="{0BCD7248-7B84-4A7F-A948-AE60EBD18B3C}" srcOrd="0" destOrd="0" presId="urn:microsoft.com/office/officeart/2005/8/layout/vList3"/>
    <dgm:cxn modelId="{65BB036B-FB5C-4C07-BED4-EC2BA6ECBE5B}" type="presParOf" srcId="{46DD5E7A-C463-461E-BA6B-008A04FBF297}" destId="{020D8C15-CB7A-42C8-82E3-E5424FC3C69E}" srcOrd="1" destOrd="0" presId="urn:microsoft.com/office/officeart/2005/8/layout/vList3"/>
    <dgm:cxn modelId="{E0683579-DFD5-471E-910A-0C4C080A7F21}" type="presParOf" srcId="{AC63B627-0D52-4CD6-9C04-30E9731571EE}" destId="{005CEA1B-011E-436E-BCA6-7F135E6B3583}" srcOrd="1" destOrd="0" presId="urn:microsoft.com/office/officeart/2005/8/layout/vList3"/>
    <dgm:cxn modelId="{F477770B-FEAB-44CE-8F07-F8502C484663}" type="presParOf" srcId="{AC63B627-0D52-4CD6-9C04-30E9731571EE}" destId="{09F00FF2-1F66-456D-AE12-6DCBA8107675}" srcOrd="2" destOrd="0" presId="urn:microsoft.com/office/officeart/2005/8/layout/vList3"/>
    <dgm:cxn modelId="{1E914F1B-3CF4-4964-BC24-24EAD1303B53}" type="presParOf" srcId="{09F00FF2-1F66-456D-AE12-6DCBA8107675}" destId="{8DFEEBBE-A9E1-4593-8BB1-8968D1298429}" srcOrd="0" destOrd="0" presId="urn:microsoft.com/office/officeart/2005/8/layout/vList3"/>
    <dgm:cxn modelId="{6F2F1520-719E-44DE-A065-DE822D35E05D}" type="presParOf" srcId="{09F00FF2-1F66-456D-AE12-6DCBA8107675}" destId="{04E2D9A7-6CD0-43CF-AB4B-BA400E43AD0E}" srcOrd="1" destOrd="0" presId="urn:microsoft.com/office/officeart/2005/8/layout/vList3"/>
    <dgm:cxn modelId="{6FDD265B-F9E7-4CDD-B755-9DA76728D007}" type="presParOf" srcId="{AC63B627-0D52-4CD6-9C04-30E9731571EE}" destId="{6D1F1CEC-4AB7-45A7-82CC-2420DEECF5E4}" srcOrd="3" destOrd="0" presId="urn:microsoft.com/office/officeart/2005/8/layout/vList3"/>
    <dgm:cxn modelId="{2FEFE85E-F1E7-42A9-9612-2CB85A45872D}" type="presParOf" srcId="{AC63B627-0D52-4CD6-9C04-30E9731571EE}" destId="{B8878E72-9C82-47E2-9E7A-6B6ADB0B7212}" srcOrd="4" destOrd="0" presId="urn:microsoft.com/office/officeart/2005/8/layout/vList3"/>
    <dgm:cxn modelId="{5A6C91E6-D27E-41E8-AA73-F220D7A5AB48}" type="presParOf" srcId="{B8878E72-9C82-47E2-9E7A-6B6ADB0B7212}" destId="{BB13BDD3-D98A-4822-B9EC-1BB0F71997AA}" srcOrd="0" destOrd="0" presId="urn:microsoft.com/office/officeart/2005/8/layout/vList3"/>
    <dgm:cxn modelId="{7C7B5C94-CD69-4D8D-8552-0B02FB4D3CCA}" type="presParOf" srcId="{B8878E72-9C82-47E2-9E7A-6B6ADB0B7212}" destId="{2EC38173-8439-4113-9C4B-8CF9546634D0}" srcOrd="1" destOrd="0" presId="urn:microsoft.com/office/officeart/2005/8/layout/vList3"/>
    <dgm:cxn modelId="{E8B9FE2C-3691-46B6-AA17-EE11617EEB64}" type="presParOf" srcId="{AC63B627-0D52-4CD6-9C04-30E9731571EE}" destId="{208C7F4B-F9A5-4E1F-8C66-F2282650F4EF}" srcOrd="5" destOrd="0" presId="urn:microsoft.com/office/officeart/2005/8/layout/vList3"/>
    <dgm:cxn modelId="{D7A0E688-8BC7-4AC4-85E3-42E8BC9ADA05}" type="presParOf" srcId="{AC63B627-0D52-4CD6-9C04-30E9731571EE}" destId="{D74AAA3A-7D84-45B5-87FF-EF9347E1C9BF}" srcOrd="6" destOrd="0" presId="urn:microsoft.com/office/officeart/2005/8/layout/vList3"/>
    <dgm:cxn modelId="{AF8948F1-929D-4555-B8F8-4267590D2139}" type="presParOf" srcId="{D74AAA3A-7D84-45B5-87FF-EF9347E1C9BF}" destId="{30FBE14E-E12F-4259-BBCC-EEA5B7BDD601}" srcOrd="0" destOrd="0" presId="urn:microsoft.com/office/officeart/2005/8/layout/vList3"/>
    <dgm:cxn modelId="{C22E7C48-66D9-4743-8295-34A261D5EAD9}" type="presParOf" srcId="{D74AAA3A-7D84-45B5-87FF-EF9347E1C9BF}" destId="{B661226B-DC7A-4A0C-AB88-85C6EFF09560}" srcOrd="1" destOrd="0" presId="urn:microsoft.com/office/officeart/2005/8/layout/vList3"/>
    <dgm:cxn modelId="{9511FD8F-1EF3-4166-A745-11018B1276FB}" type="presParOf" srcId="{AC63B627-0D52-4CD6-9C04-30E9731571EE}" destId="{A427432A-3AE0-4ECF-9F5C-F87571E4B081}" srcOrd="7" destOrd="0" presId="urn:microsoft.com/office/officeart/2005/8/layout/vList3"/>
    <dgm:cxn modelId="{CEA9143F-9719-434F-B87D-DD2BA56D6A3C}" type="presParOf" srcId="{AC63B627-0D52-4CD6-9C04-30E9731571EE}" destId="{D3A56B46-B0A3-4283-88C2-D074BBD4F50C}" srcOrd="8" destOrd="0" presId="urn:microsoft.com/office/officeart/2005/8/layout/vList3"/>
    <dgm:cxn modelId="{8D585F82-097C-4032-93BA-EFFB82A71676}" type="presParOf" srcId="{D3A56B46-B0A3-4283-88C2-D074BBD4F50C}" destId="{1C4ADCAE-1344-41F1-B42F-057D30145C55}" srcOrd="0" destOrd="0" presId="urn:microsoft.com/office/officeart/2005/8/layout/vList3"/>
    <dgm:cxn modelId="{EDCE2FCB-188B-4B31-87F1-8FFCBF0E05D1}" type="presParOf" srcId="{D3A56B46-B0A3-4283-88C2-D074BBD4F50C}" destId="{E9571C2F-5614-41B2-8428-862A7884E73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61F61-3B68-45C7-A13E-6C7045ACF845}">
      <dsp:nvSpPr>
        <dsp:cNvPr id="0" name=""/>
        <dsp:cNvSpPr/>
      </dsp:nvSpPr>
      <dsp:spPr>
        <a:xfrm>
          <a:off x="2279371" y="2698326"/>
          <a:ext cx="672638" cy="1281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6319" y="0"/>
              </a:lnTo>
              <a:lnTo>
                <a:pt x="336319" y="1281705"/>
              </a:lnTo>
              <a:lnTo>
                <a:pt x="672638" y="1281705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79504" y="3302991"/>
        <a:ext cx="72374" cy="72374"/>
      </dsp:txXfrm>
    </dsp:sp>
    <dsp:sp modelId="{FB96B45D-2F61-43E4-BC97-70DB92CCE9BE}">
      <dsp:nvSpPr>
        <dsp:cNvPr id="0" name=""/>
        <dsp:cNvSpPr/>
      </dsp:nvSpPr>
      <dsp:spPr>
        <a:xfrm>
          <a:off x="2279371" y="2652606"/>
          <a:ext cx="6726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2638" y="457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98875" y="2681510"/>
        <a:ext cx="33631" cy="33631"/>
      </dsp:txXfrm>
    </dsp:sp>
    <dsp:sp modelId="{9EA9D54D-F3FC-498A-9708-34795C8E8C64}">
      <dsp:nvSpPr>
        <dsp:cNvPr id="0" name=""/>
        <dsp:cNvSpPr/>
      </dsp:nvSpPr>
      <dsp:spPr>
        <a:xfrm>
          <a:off x="2279371" y="1458353"/>
          <a:ext cx="682795" cy="1239972"/>
        </a:xfrm>
        <a:custGeom>
          <a:avLst/>
          <a:gdLst/>
          <a:ahLst/>
          <a:cxnLst/>
          <a:rect l="0" t="0" r="0" b="0"/>
          <a:pathLst>
            <a:path>
              <a:moveTo>
                <a:pt x="0" y="1239972"/>
              </a:moveTo>
              <a:lnTo>
                <a:pt x="341397" y="1239972"/>
              </a:lnTo>
              <a:lnTo>
                <a:pt x="341397" y="0"/>
              </a:lnTo>
              <a:lnTo>
                <a:pt x="682795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85381" y="2042951"/>
        <a:ext cx="70776" cy="70776"/>
      </dsp:txXfrm>
    </dsp:sp>
    <dsp:sp modelId="{37C044DC-80DA-4AC7-97A9-82840C416E88}">
      <dsp:nvSpPr>
        <dsp:cNvPr id="0" name=""/>
        <dsp:cNvSpPr/>
      </dsp:nvSpPr>
      <dsp:spPr>
        <a:xfrm rot="16200000">
          <a:off x="-464286" y="2185644"/>
          <a:ext cx="4461952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Importance of  machine learning</a:t>
          </a:r>
          <a:endParaRPr lang="en-US" sz="1800" kern="1200" dirty="0"/>
        </a:p>
      </dsp:txBody>
      <dsp:txXfrm>
        <a:off x="-464286" y="2185644"/>
        <a:ext cx="4461952" cy="1025364"/>
      </dsp:txXfrm>
    </dsp:sp>
    <dsp:sp modelId="{A3D0B17F-DB52-4126-AECB-BD29651B88BC}">
      <dsp:nvSpPr>
        <dsp:cNvPr id="0" name=""/>
        <dsp:cNvSpPr/>
      </dsp:nvSpPr>
      <dsp:spPr>
        <a:xfrm>
          <a:off x="2962167" y="945671"/>
          <a:ext cx="7557769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Uncover patterns in large dataset</a:t>
          </a:r>
          <a:endParaRPr lang="en-US" sz="3500" kern="1200" dirty="0"/>
        </a:p>
      </dsp:txBody>
      <dsp:txXfrm>
        <a:off x="2962167" y="945671"/>
        <a:ext cx="7557769" cy="1025364"/>
      </dsp:txXfrm>
    </dsp:sp>
    <dsp:sp modelId="{343F8660-E562-49EB-82BB-F2C50F7CCF4B}">
      <dsp:nvSpPr>
        <dsp:cNvPr id="0" name=""/>
        <dsp:cNvSpPr/>
      </dsp:nvSpPr>
      <dsp:spPr>
        <a:xfrm>
          <a:off x="2952010" y="2185644"/>
          <a:ext cx="7630381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Automate decision making</a:t>
          </a:r>
          <a:endParaRPr lang="en-US" sz="2800" kern="1200" dirty="0"/>
        </a:p>
      </dsp:txBody>
      <dsp:txXfrm>
        <a:off x="2952010" y="2185644"/>
        <a:ext cx="7630381" cy="1025364"/>
      </dsp:txXfrm>
    </dsp:sp>
    <dsp:sp modelId="{CB0EDB72-FE42-4936-957B-F6AD61672401}">
      <dsp:nvSpPr>
        <dsp:cNvPr id="0" name=""/>
        <dsp:cNvSpPr/>
      </dsp:nvSpPr>
      <dsp:spPr>
        <a:xfrm>
          <a:off x="2952010" y="3467349"/>
          <a:ext cx="7578083" cy="102536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Other applications across industries</a:t>
          </a:r>
          <a:endParaRPr lang="en-US" sz="2400" kern="1200" dirty="0"/>
        </a:p>
      </dsp:txBody>
      <dsp:txXfrm>
        <a:off x="2952010" y="3467349"/>
        <a:ext cx="7578083" cy="10253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D8C15-CB7A-42C8-82E3-E5424FC3C69E}">
      <dsp:nvSpPr>
        <dsp:cNvPr id="0" name=""/>
        <dsp:cNvSpPr/>
      </dsp:nvSpPr>
      <dsp:spPr>
        <a:xfrm rot="10800000">
          <a:off x="2074704" y="365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smtClean="0"/>
            <a:t>Data Collection</a:t>
          </a:r>
          <a:r>
            <a:rPr lang="en-US" sz="1900" b="0" i="0" kern="1200" baseline="0" smtClean="0"/>
            <a:t>: </a:t>
          </a:r>
          <a:r>
            <a:rPr lang="en-US" sz="1900" b="0" i="1" kern="1200" baseline="0" smtClean="0"/>
            <a:t>Gather relevant data from various sources.</a:t>
          </a:r>
          <a:endParaRPr lang="en-US" sz="1900" b="1" i="0" kern="1200" baseline="0"/>
        </a:p>
      </dsp:txBody>
      <dsp:txXfrm rot="10800000">
        <a:off x="2244243" y="365"/>
        <a:ext cx="7394250" cy="678156"/>
      </dsp:txXfrm>
    </dsp:sp>
    <dsp:sp modelId="{0BCD7248-7B84-4A7F-A948-AE60EBD18B3C}">
      <dsp:nvSpPr>
        <dsp:cNvPr id="0" name=""/>
        <dsp:cNvSpPr/>
      </dsp:nvSpPr>
      <dsp:spPr>
        <a:xfrm>
          <a:off x="1735625" y="365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4E2D9A7-6CD0-43CF-AB4B-BA400E43AD0E}">
      <dsp:nvSpPr>
        <dsp:cNvPr id="0" name=""/>
        <dsp:cNvSpPr/>
      </dsp:nvSpPr>
      <dsp:spPr>
        <a:xfrm rot="10800000">
          <a:off x="2074704" y="880956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smtClean="0"/>
            <a:t>Data Preprocessing</a:t>
          </a:r>
          <a:r>
            <a:rPr lang="en-US" sz="1900" b="0" i="0" kern="1200" baseline="0" smtClean="0"/>
            <a:t>: </a:t>
          </a:r>
          <a:r>
            <a:rPr lang="en-US" sz="1900" b="0" i="1" kern="1200" baseline="0" smtClean="0"/>
            <a:t>Clean and format data for analysis.</a:t>
          </a:r>
          <a:endParaRPr lang="en-US" sz="1900" kern="1200"/>
        </a:p>
      </dsp:txBody>
      <dsp:txXfrm rot="10800000">
        <a:off x="2244243" y="880956"/>
        <a:ext cx="7394250" cy="678156"/>
      </dsp:txXfrm>
    </dsp:sp>
    <dsp:sp modelId="{8DFEEBBE-A9E1-4593-8BB1-8968D1298429}">
      <dsp:nvSpPr>
        <dsp:cNvPr id="0" name=""/>
        <dsp:cNvSpPr/>
      </dsp:nvSpPr>
      <dsp:spPr>
        <a:xfrm>
          <a:off x="1735625" y="880956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EC38173-8439-4113-9C4B-8CF9546634D0}">
      <dsp:nvSpPr>
        <dsp:cNvPr id="0" name=""/>
        <dsp:cNvSpPr/>
      </dsp:nvSpPr>
      <dsp:spPr>
        <a:xfrm rot="10800000">
          <a:off x="2074704" y="1761548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Model Selection</a:t>
          </a:r>
          <a:r>
            <a:rPr lang="en-US" sz="1900" b="0" i="0" kern="1200" baseline="0" dirty="0" smtClean="0"/>
            <a:t>: </a:t>
          </a:r>
          <a:r>
            <a:rPr lang="en-US" sz="1900" b="0" i="1" u="sng" kern="1200" baseline="0" dirty="0" smtClean="0"/>
            <a:t>Choose appropriate algorithms based on the problem.</a:t>
          </a:r>
          <a:endParaRPr lang="en-US" sz="1900" kern="1200" dirty="0"/>
        </a:p>
      </dsp:txBody>
      <dsp:txXfrm rot="10800000">
        <a:off x="2244243" y="1761548"/>
        <a:ext cx="7394250" cy="678156"/>
      </dsp:txXfrm>
    </dsp:sp>
    <dsp:sp modelId="{BB13BDD3-D98A-4822-B9EC-1BB0F71997AA}">
      <dsp:nvSpPr>
        <dsp:cNvPr id="0" name=""/>
        <dsp:cNvSpPr/>
      </dsp:nvSpPr>
      <dsp:spPr>
        <a:xfrm>
          <a:off x="1735625" y="1761548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661226B-DC7A-4A0C-AB88-85C6EFF09560}">
      <dsp:nvSpPr>
        <dsp:cNvPr id="0" name=""/>
        <dsp:cNvSpPr/>
      </dsp:nvSpPr>
      <dsp:spPr>
        <a:xfrm rot="10800000">
          <a:off x="2074704" y="2642140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Training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Feed data into the model to learn patterns.</a:t>
          </a:r>
          <a:endParaRPr lang="en-US" sz="1900" kern="1200" dirty="0"/>
        </a:p>
      </dsp:txBody>
      <dsp:txXfrm rot="10800000">
        <a:off x="2244243" y="2642140"/>
        <a:ext cx="7394250" cy="678156"/>
      </dsp:txXfrm>
    </dsp:sp>
    <dsp:sp modelId="{30FBE14E-E12F-4259-BBCC-EEA5B7BDD601}">
      <dsp:nvSpPr>
        <dsp:cNvPr id="0" name=""/>
        <dsp:cNvSpPr/>
      </dsp:nvSpPr>
      <dsp:spPr>
        <a:xfrm>
          <a:off x="1735625" y="2642140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9571C2F-5614-41B2-8428-862A7884E731}">
      <dsp:nvSpPr>
        <dsp:cNvPr id="0" name=""/>
        <dsp:cNvSpPr/>
      </dsp:nvSpPr>
      <dsp:spPr>
        <a:xfrm rot="10800000">
          <a:off x="2074704" y="3522732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Evaluation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Assess model performance using metrics.</a:t>
          </a:r>
          <a:endParaRPr lang="en-US" sz="1900" kern="1200" dirty="0"/>
        </a:p>
      </dsp:txBody>
      <dsp:txXfrm rot="10800000">
        <a:off x="2244243" y="3522732"/>
        <a:ext cx="7394250" cy="678156"/>
      </dsp:txXfrm>
    </dsp:sp>
    <dsp:sp modelId="{1C4ADCAE-1344-41F1-B42F-057D30145C55}">
      <dsp:nvSpPr>
        <dsp:cNvPr id="0" name=""/>
        <dsp:cNvSpPr/>
      </dsp:nvSpPr>
      <dsp:spPr>
        <a:xfrm>
          <a:off x="1735625" y="3522732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8F78612-4D3C-4958-B5DE-CD28C01D2987}">
      <dsp:nvSpPr>
        <dsp:cNvPr id="0" name=""/>
        <dsp:cNvSpPr/>
      </dsp:nvSpPr>
      <dsp:spPr>
        <a:xfrm rot="10800000">
          <a:off x="2074704" y="4403324"/>
          <a:ext cx="7563789" cy="678156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9048" tIns="72390" rIns="135128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baseline="0" dirty="0" smtClean="0"/>
            <a:t>Deployment</a:t>
          </a:r>
          <a:r>
            <a:rPr lang="en-US" sz="1900" b="0" i="0" kern="1200" baseline="0" dirty="0" smtClean="0"/>
            <a:t>: </a:t>
          </a:r>
          <a:r>
            <a:rPr lang="en-US" sz="1900" b="0" i="1" kern="1200" baseline="0" dirty="0" smtClean="0"/>
            <a:t>Implement the model in a real-world environment.</a:t>
          </a:r>
          <a:endParaRPr lang="en-US" sz="1900" kern="1200" dirty="0"/>
        </a:p>
      </dsp:txBody>
      <dsp:txXfrm rot="10800000">
        <a:off x="2244243" y="4403324"/>
        <a:ext cx="7394250" cy="678156"/>
      </dsp:txXfrm>
    </dsp:sp>
    <dsp:sp modelId="{3E4C9D39-680A-4F87-8556-8BE0100CFB39}">
      <dsp:nvSpPr>
        <dsp:cNvPr id="0" name=""/>
        <dsp:cNvSpPr/>
      </dsp:nvSpPr>
      <dsp:spPr>
        <a:xfrm>
          <a:off x="1735625" y="4403324"/>
          <a:ext cx="678156" cy="678156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D8C15-CB7A-42C8-82E3-E5424FC3C69E}">
      <dsp:nvSpPr>
        <dsp:cNvPr id="0" name=""/>
        <dsp:cNvSpPr/>
      </dsp:nvSpPr>
      <dsp:spPr>
        <a:xfrm rot="10800000">
          <a:off x="2297461" y="149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Classification</a:t>
          </a:r>
          <a:r>
            <a:rPr lang="en-US" sz="2300" b="0" i="0" kern="1200" baseline="0" dirty="0" smtClean="0"/>
            <a:t> : Predicting discrete output values using input variables </a:t>
          </a:r>
          <a:r>
            <a:rPr lang="en-US" sz="2300" b="0" i="1" kern="1200" baseline="0" dirty="0" smtClean="0"/>
            <a:t>.</a:t>
          </a:r>
          <a:endParaRPr lang="en-US" sz="2300" b="1" i="0" kern="1200" baseline="0" dirty="0"/>
        </a:p>
      </dsp:txBody>
      <dsp:txXfrm rot="10800000">
        <a:off x="2502559" y="149"/>
        <a:ext cx="8101895" cy="820394"/>
      </dsp:txXfrm>
    </dsp:sp>
    <dsp:sp modelId="{0BCD7248-7B84-4A7F-A948-AE60EBD18B3C}">
      <dsp:nvSpPr>
        <dsp:cNvPr id="0" name=""/>
        <dsp:cNvSpPr/>
      </dsp:nvSpPr>
      <dsp:spPr>
        <a:xfrm>
          <a:off x="1887264" y="149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04E2D9A7-6CD0-43CF-AB4B-BA400E43AD0E}">
      <dsp:nvSpPr>
        <dsp:cNvPr id="0" name=""/>
        <dsp:cNvSpPr/>
      </dsp:nvSpPr>
      <dsp:spPr>
        <a:xfrm rot="10800000">
          <a:off x="2297461" y="1065437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Clustering</a:t>
          </a:r>
          <a:r>
            <a:rPr lang="en-US" sz="2300" b="0" i="0" kern="1200" baseline="0" dirty="0" smtClean="0"/>
            <a:t> : Creating subgroups based of common shared features     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1065437"/>
        <a:ext cx="8101895" cy="820394"/>
      </dsp:txXfrm>
    </dsp:sp>
    <dsp:sp modelId="{8DFEEBBE-A9E1-4593-8BB1-8968D1298429}">
      <dsp:nvSpPr>
        <dsp:cNvPr id="0" name=""/>
        <dsp:cNvSpPr/>
      </dsp:nvSpPr>
      <dsp:spPr>
        <a:xfrm>
          <a:off x="1887264" y="1065437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EC38173-8439-4113-9C4B-8CF9546634D0}">
      <dsp:nvSpPr>
        <dsp:cNvPr id="0" name=""/>
        <dsp:cNvSpPr/>
      </dsp:nvSpPr>
      <dsp:spPr>
        <a:xfrm rot="10800000">
          <a:off x="2297461" y="2130725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32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Regression</a:t>
          </a:r>
          <a:r>
            <a:rPr lang="en-US" sz="2300" b="0" i="0" kern="1200" baseline="0" dirty="0" smtClean="0"/>
            <a:t> : Predicting continues output using input variables             </a:t>
          </a:r>
          <a:r>
            <a:rPr lang="en-US" sz="2300" b="0" i="1" u="sng" kern="1200" baseline="0" dirty="0" smtClean="0"/>
            <a:t>.</a:t>
          </a:r>
          <a:endParaRPr lang="en-US" sz="2300" kern="1200" dirty="0"/>
        </a:p>
      </dsp:txBody>
      <dsp:txXfrm rot="10800000">
        <a:off x="2502559" y="2130725"/>
        <a:ext cx="8101895" cy="820394"/>
      </dsp:txXfrm>
    </dsp:sp>
    <dsp:sp modelId="{BB13BDD3-D98A-4822-B9EC-1BB0F71997AA}">
      <dsp:nvSpPr>
        <dsp:cNvPr id="0" name=""/>
        <dsp:cNvSpPr/>
      </dsp:nvSpPr>
      <dsp:spPr>
        <a:xfrm>
          <a:off x="1887264" y="2130725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661226B-DC7A-4A0C-AB88-85C6EFF09560}">
      <dsp:nvSpPr>
        <dsp:cNvPr id="0" name=""/>
        <dsp:cNvSpPr/>
      </dsp:nvSpPr>
      <dsp:spPr>
        <a:xfrm rot="10800000">
          <a:off x="2297461" y="3196013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For casting </a:t>
          </a:r>
          <a:r>
            <a:rPr lang="en-US" sz="2300" b="0" i="0" kern="1200" baseline="0" dirty="0" smtClean="0"/>
            <a:t>: This is a time – indexed prediction                                       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3196013"/>
        <a:ext cx="8101895" cy="820394"/>
      </dsp:txXfrm>
    </dsp:sp>
    <dsp:sp modelId="{30FBE14E-E12F-4259-BBCC-EEA5B7BDD601}">
      <dsp:nvSpPr>
        <dsp:cNvPr id="0" name=""/>
        <dsp:cNvSpPr/>
      </dsp:nvSpPr>
      <dsp:spPr>
        <a:xfrm>
          <a:off x="1887264" y="3196013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9571C2F-5614-41B2-8428-862A7884E731}">
      <dsp:nvSpPr>
        <dsp:cNvPr id="0" name=""/>
        <dsp:cNvSpPr/>
      </dsp:nvSpPr>
      <dsp:spPr>
        <a:xfrm rot="10800000">
          <a:off x="2297461" y="4261302"/>
          <a:ext cx="8306993" cy="820394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1771" tIns="87630" rIns="163576" bIns="8763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0" i="0" kern="1200" baseline="0" dirty="0" smtClean="0">
              <a:solidFill>
                <a:srgbClr val="FFC000"/>
              </a:solidFill>
            </a:rPr>
            <a:t>Recommendation</a:t>
          </a:r>
          <a:r>
            <a:rPr lang="en-US" sz="2300" b="0" i="0" kern="1200" baseline="0" dirty="0" smtClean="0"/>
            <a:t> : making an offer based on receiver’s preference</a:t>
          </a:r>
          <a:r>
            <a:rPr lang="en-US" sz="2300" b="0" i="1" kern="1200" baseline="0" dirty="0" smtClean="0"/>
            <a:t>.</a:t>
          </a:r>
          <a:endParaRPr lang="en-US" sz="2300" kern="1200" dirty="0"/>
        </a:p>
      </dsp:txBody>
      <dsp:txXfrm rot="10800000">
        <a:off x="2502559" y="4261302"/>
        <a:ext cx="8101895" cy="820394"/>
      </dsp:txXfrm>
    </dsp:sp>
    <dsp:sp modelId="{1C4ADCAE-1344-41F1-B42F-057D30145C55}">
      <dsp:nvSpPr>
        <dsp:cNvPr id="0" name=""/>
        <dsp:cNvSpPr/>
      </dsp:nvSpPr>
      <dsp:spPr>
        <a:xfrm>
          <a:off x="1887264" y="4261302"/>
          <a:ext cx="820394" cy="820394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5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6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9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7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0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4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2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5B4BB-49AC-480C-9981-7EDFCC34E7A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DF522-E780-46F4-BC07-0CA73B423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4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>
                <a:latin typeface="Franklin Gothic Demi" panose="020B0703020102020204" pitchFamily="34" charset="0"/>
              </a:rPr>
              <a:t>MACHINE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971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latin typeface="+mj-lt"/>
              </a:rPr>
              <a:t>What is </a:t>
            </a:r>
          </a:p>
          <a:p>
            <a:pPr algn="ctr"/>
            <a:r>
              <a:rPr lang="en-US" sz="8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8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821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743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 smtClean="0">
                <a:solidFill>
                  <a:srgbClr val="00B0F0"/>
                </a:solidFill>
              </a:rPr>
              <a:t>Learning</a:t>
            </a:r>
            <a:r>
              <a:rPr lang="en-US" sz="5400" i="1" dirty="0" smtClean="0"/>
              <a:t> is the  </a:t>
            </a:r>
            <a:r>
              <a:rPr lang="en-US" sz="5400" i="1" dirty="0"/>
              <a:t>acquisition of knowledge or skills through </a:t>
            </a:r>
            <a:r>
              <a:rPr lang="en-US" sz="5400" b="1" i="1" dirty="0"/>
              <a:t>study</a:t>
            </a:r>
            <a:r>
              <a:rPr lang="en-US" sz="5400" i="1" dirty="0"/>
              <a:t>, </a:t>
            </a:r>
            <a:r>
              <a:rPr lang="en-US" sz="5400" b="1" i="1" dirty="0"/>
              <a:t>experience</a:t>
            </a:r>
            <a:r>
              <a:rPr lang="en-US" sz="5400" i="1" dirty="0"/>
              <a:t>, or </a:t>
            </a:r>
            <a:r>
              <a:rPr lang="en-US" sz="5400" b="1" i="1" dirty="0"/>
              <a:t>being taught</a:t>
            </a:r>
            <a:r>
              <a:rPr lang="en-US" sz="3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7045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What is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60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586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 smtClean="0">
                <a:solidFill>
                  <a:srgbClr val="00B0F0"/>
                </a:solidFill>
              </a:rPr>
              <a:t>Machine Learning</a:t>
            </a:r>
            <a:r>
              <a:rPr lang="en-US" sz="5400" i="1" dirty="0" smtClean="0"/>
              <a:t> </a:t>
            </a:r>
            <a:r>
              <a:rPr lang="en-US" sz="4400" i="1" dirty="0"/>
              <a:t>is a type of </a:t>
            </a:r>
            <a:r>
              <a:rPr lang="en-US" sz="4400" i="1" dirty="0">
                <a:solidFill>
                  <a:srgbClr val="FF0000"/>
                </a:solidFill>
              </a:rPr>
              <a:t>artificial intelligence </a:t>
            </a:r>
            <a:r>
              <a:rPr lang="en-US" sz="4400" i="1" dirty="0"/>
              <a:t>that allows machines to learn from </a:t>
            </a:r>
            <a:r>
              <a:rPr lang="en-US" sz="4400" b="1" i="1" dirty="0"/>
              <a:t>data</a:t>
            </a:r>
            <a:r>
              <a:rPr lang="en-US" sz="4400" i="1" dirty="0"/>
              <a:t> without being explicitly programmed. </a:t>
            </a:r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595240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Importance of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LEARNING?</a:t>
            </a:r>
            <a:endParaRPr lang="en-US" sz="60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382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35760" y="2327999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813320241"/>
              </p:ext>
            </p:extLst>
          </p:nvPr>
        </p:nvGraphicFramePr>
        <p:xfrm>
          <a:off x="355600" y="741680"/>
          <a:ext cx="11836400" cy="5396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7445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types of </a:t>
            </a:r>
          </a:p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48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  <a:endParaRPr lang="en-US" sz="4800" b="1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64525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This is a type of machine learning in which a model is trained to learn from </a:t>
            </a:r>
            <a:r>
              <a:rPr lang="en-US" sz="2800" b="1" i="1" dirty="0" smtClean="0">
                <a:solidFill>
                  <a:schemeClr val="tx1"/>
                </a:solidFill>
                <a:latin typeface="+mj-lt"/>
              </a:rPr>
              <a:t>labeled data</a:t>
            </a:r>
          </a:p>
          <a:p>
            <a:pPr algn="ctr"/>
            <a:endParaRPr lang="en-US" sz="2800" i="1" dirty="0" smtClean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It’s </a:t>
            </a:r>
            <a:r>
              <a:rPr lang="en-US" sz="28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 is to </a:t>
            </a:r>
            <a:r>
              <a:rPr lang="en-US" sz="2800" i="1" dirty="0" smtClean="0">
                <a:solidFill>
                  <a:schemeClr val="accent1"/>
                </a:solidFill>
                <a:latin typeface="+mj-lt"/>
              </a:rPr>
              <a:t>predict outcomes for new data</a:t>
            </a:r>
          </a:p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+mj-lt"/>
              </a:rPr>
              <a:t>😊 Matthew 25: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124060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i="1" dirty="0" smtClean="0">
              <a:solidFill>
                <a:schemeClr val="tx1"/>
              </a:solidFill>
            </a:endParaRPr>
          </a:p>
          <a:p>
            <a:pPr algn="ctr"/>
            <a:endParaRPr lang="en-US" sz="2800" i="1" dirty="0">
              <a:solidFill>
                <a:schemeClr val="tx1"/>
              </a:solidFill>
            </a:endParaRPr>
          </a:p>
          <a:p>
            <a:pPr algn="ctr"/>
            <a:endParaRPr lang="en-US" sz="2800" i="1" dirty="0" smtClean="0">
              <a:solidFill>
                <a:schemeClr val="tx1"/>
              </a:solidFill>
            </a:endParaRPr>
          </a:p>
          <a:p>
            <a:pPr algn="ctr"/>
            <a:r>
              <a:rPr lang="en-US" sz="2800" i="1" dirty="0" smtClean="0">
                <a:solidFill>
                  <a:schemeClr val="tx1"/>
                </a:solidFill>
              </a:rPr>
              <a:t>This </a:t>
            </a:r>
            <a:r>
              <a:rPr lang="en-US" sz="2800" i="1" dirty="0">
                <a:solidFill>
                  <a:schemeClr val="tx1"/>
                </a:solidFill>
              </a:rPr>
              <a:t>is a type of machine learning in which a model is trained to </a:t>
            </a:r>
            <a:r>
              <a:rPr lang="en-US" sz="2800" i="1" dirty="0" smtClean="0">
                <a:solidFill>
                  <a:schemeClr val="tx1"/>
                </a:solidFill>
              </a:rPr>
              <a:t>identify patterns </a:t>
            </a:r>
            <a:r>
              <a:rPr lang="en-US" sz="2800" b="1" i="1" dirty="0" smtClean="0">
                <a:solidFill>
                  <a:schemeClr val="tx1"/>
                </a:solidFill>
              </a:rPr>
              <a:t>unlabeled </a:t>
            </a:r>
            <a:r>
              <a:rPr lang="en-US" sz="2800" b="1" i="1" dirty="0">
                <a:solidFill>
                  <a:schemeClr val="tx1"/>
                </a:solidFill>
              </a:rPr>
              <a:t>data</a:t>
            </a:r>
          </a:p>
          <a:p>
            <a:pPr algn="ctr"/>
            <a:endParaRPr lang="en-US" sz="2800" i="1" dirty="0">
              <a:solidFill>
                <a:schemeClr val="tx1"/>
              </a:solidFill>
            </a:endParaRPr>
          </a:p>
          <a:p>
            <a:pPr algn="ctr"/>
            <a:r>
              <a:rPr lang="en-US" sz="2800" i="1" dirty="0">
                <a:solidFill>
                  <a:schemeClr val="tx1"/>
                </a:solidFill>
              </a:rPr>
              <a:t>It’s </a:t>
            </a:r>
            <a:r>
              <a:rPr lang="en-US" sz="28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2800" i="1" dirty="0">
                <a:solidFill>
                  <a:schemeClr val="tx1"/>
                </a:solidFill>
              </a:rPr>
              <a:t> is to </a:t>
            </a:r>
            <a:r>
              <a:rPr lang="en-US" sz="2800" i="1" dirty="0" smtClean="0">
                <a:solidFill>
                  <a:schemeClr val="accent1"/>
                </a:solidFill>
              </a:rPr>
              <a:t>get insight from large volume of </a:t>
            </a:r>
            <a:r>
              <a:rPr lang="en-US" sz="2800" i="1" dirty="0">
                <a:solidFill>
                  <a:schemeClr val="accent1"/>
                </a:solidFill>
              </a:rPr>
              <a:t>data</a:t>
            </a:r>
          </a:p>
          <a:p>
            <a:pPr algn="ctr"/>
            <a:r>
              <a:rPr lang="en-US" sz="2800" i="1" dirty="0">
                <a:solidFill>
                  <a:schemeClr val="tx1"/>
                </a:solidFill>
              </a:rPr>
              <a:t>😊 </a:t>
            </a:r>
            <a:r>
              <a:rPr lang="en-US" sz="2800" i="1" dirty="0" smtClean="0">
                <a:solidFill>
                  <a:schemeClr val="tx1"/>
                </a:solidFill>
              </a:rPr>
              <a:t>genesis 11:</a:t>
            </a:r>
            <a:endParaRPr lang="en-US" sz="2800" i="1" dirty="0">
              <a:solidFill>
                <a:schemeClr val="tx1"/>
              </a:solidFill>
            </a:endParaRPr>
          </a:p>
          <a:p>
            <a:pPr algn="ctr"/>
            <a:endParaRPr lang="en-US" sz="2800" i="1" dirty="0" smtClean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1445295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63748" y="0"/>
            <a:ext cx="8328251" cy="6858000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tx1"/>
                </a:solidFill>
              </a:rPr>
              <a:t>This is a type of machine learning in which a model is trained to learn </a:t>
            </a:r>
            <a:r>
              <a:rPr lang="en-US" sz="3200" i="1" dirty="0" smtClean="0">
                <a:solidFill>
                  <a:schemeClr val="tx1"/>
                </a:solidFill>
              </a:rPr>
              <a:t>by </a:t>
            </a:r>
            <a:r>
              <a:rPr lang="en-US" sz="3200" b="1" i="1" dirty="0" smtClean="0">
                <a:solidFill>
                  <a:schemeClr val="tx1"/>
                </a:solidFill>
              </a:rPr>
              <a:t>receiving </a:t>
            </a:r>
            <a:r>
              <a:rPr lang="en-US" sz="3200" b="1" i="1" dirty="0" smtClean="0">
                <a:solidFill>
                  <a:schemeClr val="accent4">
                    <a:lumMod val="75000"/>
                  </a:schemeClr>
                </a:solidFill>
              </a:rPr>
              <a:t>reward</a:t>
            </a:r>
            <a:r>
              <a:rPr lang="en-US" sz="3200" b="1" i="1" dirty="0" smtClean="0">
                <a:solidFill>
                  <a:schemeClr val="tx1"/>
                </a:solidFill>
              </a:rPr>
              <a:t> or </a:t>
            </a:r>
            <a:r>
              <a:rPr lang="en-US" sz="3200" b="1" i="1" dirty="0" smtClean="0">
                <a:solidFill>
                  <a:srgbClr val="FF0000"/>
                </a:solidFill>
              </a:rPr>
              <a:t>penalty </a:t>
            </a:r>
            <a:r>
              <a:rPr lang="en-US" sz="3200" b="1" i="1" dirty="0" smtClean="0">
                <a:solidFill>
                  <a:schemeClr val="tx1"/>
                </a:solidFill>
              </a:rPr>
              <a:t>for actions</a:t>
            </a:r>
            <a:endParaRPr lang="en-US" sz="3200" b="1" i="1" dirty="0">
              <a:solidFill>
                <a:schemeClr val="tx1"/>
              </a:solidFill>
            </a:endParaRPr>
          </a:p>
          <a:p>
            <a:pPr algn="ctr"/>
            <a:endParaRPr lang="en-US" sz="3200" i="1" dirty="0">
              <a:solidFill>
                <a:schemeClr val="tx1"/>
              </a:solidFill>
            </a:endParaRPr>
          </a:p>
          <a:p>
            <a:pPr algn="ctr"/>
            <a:r>
              <a:rPr lang="en-US" sz="3200" i="1" dirty="0">
                <a:solidFill>
                  <a:schemeClr val="tx1"/>
                </a:solidFill>
              </a:rPr>
              <a:t>It’s </a:t>
            </a:r>
            <a:r>
              <a:rPr lang="en-US" sz="3200" b="1" i="1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goal</a:t>
            </a:r>
            <a:r>
              <a:rPr lang="en-US" sz="3200" i="1" dirty="0">
                <a:solidFill>
                  <a:schemeClr val="tx1"/>
                </a:solidFill>
              </a:rPr>
              <a:t> is to </a:t>
            </a:r>
            <a:r>
              <a:rPr lang="en-US" sz="3200" i="1" dirty="0" smtClean="0">
                <a:solidFill>
                  <a:schemeClr val="accent1"/>
                </a:solidFill>
              </a:rPr>
              <a:t>minimize </a:t>
            </a:r>
            <a:r>
              <a:rPr lang="en-US" sz="3200" b="1" i="1" dirty="0" smtClean="0">
                <a:solidFill>
                  <a:srgbClr val="FF0000"/>
                </a:solidFill>
              </a:rPr>
              <a:t>penalties</a:t>
            </a:r>
            <a:r>
              <a:rPr lang="en-US" sz="3200" i="1" dirty="0" smtClean="0">
                <a:solidFill>
                  <a:schemeClr val="accent1"/>
                </a:solidFill>
              </a:rPr>
              <a:t> </a:t>
            </a:r>
            <a:r>
              <a:rPr lang="en-US" sz="3200" i="1" dirty="0" smtClean="0">
                <a:solidFill>
                  <a:schemeClr val="tx1"/>
                </a:solidFill>
              </a:rPr>
              <a:t>and</a:t>
            </a:r>
            <a:r>
              <a:rPr lang="en-US" sz="3200" i="1" dirty="0" smtClean="0">
                <a:solidFill>
                  <a:schemeClr val="accent1"/>
                </a:solidFill>
              </a:rPr>
              <a:t> maximize </a:t>
            </a:r>
            <a:r>
              <a:rPr lang="en-US" sz="3200" b="1" i="1" dirty="0" smtClean="0">
                <a:solidFill>
                  <a:schemeClr val="accent4">
                    <a:lumMod val="75000"/>
                  </a:schemeClr>
                </a:solidFill>
              </a:rPr>
              <a:t>rewards</a:t>
            </a:r>
            <a:endParaRPr lang="en-US" sz="3200" b="1" i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sz="3200" i="1" dirty="0">
                <a:solidFill>
                  <a:schemeClr val="tx1"/>
                </a:solidFill>
              </a:rPr>
              <a:t>😊 </a:t>
            </a:r>
          </a:p>
          <a:p>
            <a:pPr algn="ctr"/>
            <a:endParaRPr lang="en-US" sz="4400" i="1" dirty="0" smtClean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9670" y="1629172"/>
            <a:ext cx="3738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Supervised  learning</a:t>
            </a:r>
          </a:p>
          <a:p>
            <a:endParaRPr lang="en-US" sz="32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Unsupervised learning</a:t>
            </a:r>
          </a:p>
          <a:p>
            <a:endParaRPr lang="en-US" sz="3200" dirty="0" smtClean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4">
                    <a:lumMod val="20000"/>
                    <a:lumOff val="80000"/>
                  </a:schemeClr>
                </a:solidFill>
              </a:rPr>
              <a:t>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60899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workflow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6354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18288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999867837"/>
              </p:ext>
            </p:extLst>
          </p:nvPr>
        </p:nvGraphicFramePr>
        <p:xfrm>
          <a:off x="817880" y="1158241"/>
          <a:ext cx="11374120" cy="5081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2566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problems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8175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182880"/>
            <a:ext cx="1245616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79600" y="2143760"/>
            <a:ext cx="964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 smtClean="0"/>
              <a:t> </a:t>
            </a:r>
            <a:endParaRPr lang="en-US" sz="4400" b="1" i="1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6540568"/>
              </p:ext>
            </p:extLst>
          </p:nvPr>
        </p:nvGraphicFramePr>
        <p:xfrm>
          <a:off x="-299720" y="1070957"/>
          <a:ext cx="12491720" cy="50818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4098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73199" y="0"/>
            <a:ext cx="10718801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i="1" dirty="0" smtClean="0">
              <a:solidFill>
                <a:srgbClr val="FFC000"/>
              </a:solidFill>
              <a:latin typeface="+mj-lt"/>
            </a:endParaRPr>
          </a:p>
          <a:p>
            <a:pPr algn="ctr"/>
            <a:endParaRPr lang="en-US" sz="4400" i="1" dirty="0">
              <a:solidFill>
                <a:srgbClr val="FFC000"/>
              </a:solidFill>
              <a:latin typeface="+mj-lt"/>
            </a:endParaRPr>
          </a:p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Assign the above ML problems into either </a:t>
            </a:r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supervised</a:t>
            </a:r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 or </a:t>
            </a:r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unsupervised </a:t>
            </a:r>
            <a:r>
              <a:rPr lang="en-US" sz="54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ML problem</a:t>
            </a:r>
          </a:p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_____</a:t>
            </a:r>
          </a:p>
        </p:txBody>
      </p:sp>
    </p:spTree>
    <p:extLst>
      <p:ext uri="{BB962C8B-B14F-4D97-AF65-F5344CB8AC3E}">
        <p14:creationId xmlns:p14="http://schemas.microsoft.com/office/powerpoint/2010/main" val="1800313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MACHINE </a:t>
            </a:r>
            <a:r>
              <a:rPr lang="en-US" sz="60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LEARNING</a:t>
            </a:r>
          </a:p>
          <a:p>
            <a:pPr algn="ctr"/>
            <a:r>
              <a:rPr lang="en-US" sz="4800" i="1" dirty="0" smtClean="0">
                <a:solidFill>
                  <a:srgbClr val="FFC000"/>
                </a:solidFill>
                <a:latin typeface="+mj-lt"/>
              </a:rPr>
              <a:t>Algorithms</a:t>
            </a:r>
            <a:endParaRPr lang="en-US" sz="4800" i="1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469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72560" y="396240"/>
            <a:ext cx="655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accent5">
                    <a:lumMod val="50000"/>
                  </a:schemeClr>
                </a:solidFill>
              </a:rPr>
              <a:t>Correlation and linear Regression</a:t>
            </a:r>
            <a:endParaRPr lang="en-US" sz="36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72560" y="1554480"/>
            <a:ext cx="726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Correlations</a:t>
            </a:r>
            <a:r>
              <a:rPr lang="en-US" sz="2400" dirty="0" smtClean="0"/>
              <a:t>: they describe the strength and direction of </a:t>
            </a:r>
          </a:p>
          <a:p>
            <a:r>
              <a:rPr lang="en-US" sz="2400" dirty="0" smtClean="0"/>
              <a:t>relationship between Two variables X and Y</a:t>
            </a:r>
            <a:endParaRPr lang="en-US" sz="2400" dirty="0"/>
          </a:p>
          <a:p>
            <a:r>
              <a:rPr lang="en-US" sz="2400" dirty="0" smtClean="0"/>
              <a:t>This is done using the </a:t>
            </a:r>
            <a:r>
              <a:rPr lang="en-US" sz="2400" i="1" u="sng" dirty="0" err="1" smtClean="0">
                <a:solidFill>
                  <a:schemeClr val="accent5">
                    <a:lumMod val="50000"/>
                  </a:schemeClr>
                </a:solidFill>
              </a:rPr>
              <a:t>pearson’s</a:t>
            </a:r>
            <a:r>
              <a:rPr lang="en-US" sz="2400" i="1" u="sng" dirty="0" smtClean="0">
                <a:solidFill>
                  <a:schemeClr val="accent5">
                    <a:lumMod val="50000"/>
                  </a:schemeClr>
                </a:solidFill>
              </a:rPr>
              <a:t> correlation coefficient</a:t>
            </a:r>
            <a:r>
              <a:rPr lang="en-US" sz="2400" u="sng" dirty="0" smtClean="0"/>
              <a:t> (r</a:t>
            </a:r>
            <a:r>
              <a:rPr lang="en-US" u="sng" dirty="0" smtClean="0"/>
              <a:t>)</a:t>
            </a:r>
            <a:endParaRPr lang="en-US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10216" y="2958859"/>
                <a:ext cx="2683042" cy="116852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216" y="2958859"/>
                <a:ext cx="2683042" cy="116852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248168" y="3121339"/>
                <a:ext cx="4444999" cy="84356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168" y="3121339"/>
                <a:ext cx="4444999" cy="84356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310216" y="4572288"/>
                <a:ext cx="2854179" cy="84356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216" y="4572288"/>
                <a:ext cx="2854179" cy="84356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461985" y="4624738"/>
            <a:ext cx="4325864" cy="738664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Positive correlation </a:t>
            </a:r>
            <a:r>
              <a:rPr lang="en-US" sz="1400" dirty="0" smtClean="0"/>
              <a:t>: as one increase the other increase</a:t>
            </a:r>
          </a:p>
          <a:p>
            <a:r>
              <a:rPr lang="en-US" sz="1400" b="1" dirty="0" smtClean="0"/>
              <a:t>Negative correlation </a:t>
            </a:r>
            <a:r>
              <a:rPr lang="en-US" sz="1400" dirty="0" smtClean="0"/>
              <a:t>: as on increase the other decreases</a:t>
            </a:r>
          </a:p>
          <a:p>
            <a:r>
              <a:rPr lang="en-US" sz="1400" b="1" dirty="0" smtClean="0"/>
              <a:t>No correlation(r = 0</a:t>
            </a:r>
            <a:r>
              <a:rPr lang="en-US" sz="1400" dirty="0" smtClean="0"/>
              <a:t>) : no linear relationship 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410158" y="5770907"/>
            <a:ext cx="2150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 smtClean="0">
                <a:solidFill>
                  <a:srgbClr val="C00000"/>
                </a:solidFill>
              </a:rPr>
              <a:t>r ranges from -1 to 1</a:t>
            </a:r>
            <a:endParaRPr lang="en-US" b="1" i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507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410158" y="5770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i="1" u="sng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972560" y="396240"/>
            <a:ext cx="655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accent5">
                    <a:lumMod val="50000"/>
                  </a:schemeClr>
                </a:solidFill>
              </a:rPr>
              <a:t>Correlation and linear Regression</a:t>
            </a:r>
            <a:endParaRPr lang="en-US" sz="36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94677" y="1538723"/>
            <a:ext cx="8104078" cy="1938992"/>
          </a:xfrm>
          <a:prstGeom prst="rect">
            <a:avLst/>
          </a:prstGeom>
          <a:noFill/>
          <a:ln>
            <a:solidFill>
              <a:srgbClr val="4A5253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Problem with correlations</a:t>
            </a:r>
            <a:r>
              <a:rPr lang="en-US" sz="2400" dirty="0" smtClean="0"/>
              <a:t>: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It is bidirectional </a:t>
            </a:r>
            <a:r>
              <a:rPr lang="en-US" sz="2400" dirty="0" err="1" smtClean="0"/>
              <a:t>i.e</a:t>
            </a:r>
            <a:r>
              <a:rPr lang="en-US" sz="2400" dirty="0" smtClean="0"/>
              <a:t> there is NO dependent and independent</a:t>
            </a:r>
          </a:p>
          <a:p>
            <a:r>
              <a:rPr lang="en-US" sz="2400" dirty="0" smtClean="0"/>
              <a:t>     variable (cannot be used for prediction)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It does not tell  us how a change in one variable will affect a </a:t>
            </a:r>
          </a:p>
          <a:p>
            <a:r>
              <a:rPr lang="en-US" sz="2400" dirty="0" smtClean="0"/>
              <a:t>     change in the other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0216" y="3580239"/>
            <a:ext cx="184731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214542" y="3528006"/>
                <a:ext cx="4892686" cy="52322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𝒘𝒉𝒂𝒕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𝑳𝒊𝒏𝒆𝒂𝒓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𝑹𝒆𝒈𝒓𝒆𝒔𝒔𝒊𝒐𝒏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542" y="3528006"/>
                <a:ext cx="4892686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310216" y="4572288"/>
            <a:ext cx="184731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594677" y="4156789"/>
                <a:ext cx="8104078" cy="258532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C00000"/>
                    </a:solidFill>
                  </a:rPr>
                  <a:t>Linear regression  </a:t>
                </a:r>
                <a:r>
                  <a:rPr lang="en-US" dirty="0" smtClean="0"/>
                  <a:t>is a statistical technique used to estimates the relationship between variables, typically to predict one based on the other.</a:t>
                </a:r>
              </a:p>
              <a:p>
                <a:r>
                  <a:rPr lang="en-US" dirty="0" smtClean="0"/>
                  <a:t>Using the equation of a straight line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y : dependent (target variable) </a:t>
                </a:r>
              </a:p>
              <a:p>
                <a:r>
                  <a:rPr lang="en-US" dirty="0" smtClean="0"/>
                  <a:t>x : independent variable</a:t>
                </a:r>
              </a:p>
              <a:p>
                <a:r>
                  <a:rPr lang="en-US" dirty="0" smtClean="0"/>
                  <a:t>m : slope(in this context a weight)</a:t>
                </a:r>
              </a:p>
              <a:p>
                <a:r>
                  <a:rPr lang="en-US" dirty="0" smtClean="0"/>
                  <a:t>c : intercept </a:t>
                </a:r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677" y="4156789"/>
                <a:ext cx="8104078" cy="2585323"/>
              </a:xfrm>
              <a:prstGeom prst="rect">
                <a:avLst/>
              </a:prstGeom>
              <a:blipFill rotWithShape="0">
                <a:blip r:embed="rId5"/>
                <a:stretch>
                  <a:fillRect l="-601" t="-117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476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410158" y="5770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i="1" u="sng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57457" y="-12919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936628" y="408499"/>
            <a:ext cx="5000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accent5">
                    <a:lumMod val="50000"/>
                  </a:schemeClr>
                </a:solidFill>
              </a:rPr>
              <a:t> Linear Regression Model</a:t>
            </a:r>
            <a:endParaRPr lang="en-US" sz="36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594676" y="1538723"/>
                <a:ext cx="7835323" cy="1107996"/>
              </a:xfrm>
              <a:prstGeom prst="rect">
                <a:avLst/>
              </a:prstGeom>
              <a:noFill/>
              <a:ln w="381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0  </m:t>
                          </m:r>
                        </m:sub>
                      </m:sSub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6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676" y="1538723"/>
                <a:ext cx="7835323" cy="110799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310216" y="3580239"/>
            <a:ext cx="184731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310216" y="4572288"/>
            <a:ext cx="184731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594675" y="3141127"/>
                <a:ext cx="7835323" cy="286232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 : dependent (target variable)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: independent variable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: weights(</a:t>
                </a:r>
                <a:r>
                  <a:rPr lang="en-US" sz="2400" i="1" dirty="0" smtClean="0">
                    <a:solidFill>
                      <a:srgbClr val="C00000"/>
                    </a:solidFill>
                  </a:rPr>
                  <a:t>telling us how a change in their host feature will affect a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 smtClean="0"/>
                  <a:t> : intercept 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 smtClean="0"/>
                  <a:t> : error term</a:t>
                </a:r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675" y="3141127"/>
                <a:ext cx="7835323" cy="2862322"/>
              </a:xfrm>
              <a:prstGeom prst="rect">
                <a:avLst/>
              </a:prstGeom>
              <a:blipFill rotWithShape="0">
                <a:blip r:embed="rId5"/>
                <a:stretch>
                  <a:fillRect l="-1166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130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410158" y="5770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i="1" u="sng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310216" y="397984"/>
            <a:ext cx="6801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accent5">
                    <a:lumMod val="50000"/>
                  </a:schemeClr>
                </a:solidFill>
              </a:rPr>
              <a:t> Assumptions for linear Regression</a:t>
            </a:r>
            <a:endParaRPr lang="en-US" sz="36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991667" y="5362081"/>
                <a:ext cx="7439087" cy="1100558"/>
              </a:xfrm>
              <a:prstGeom prst="rect">
                <a:avLst/>
              </a:prstGeom>
              <a:solidFill>
                <a:schemeClr val="bg2"/>
              </a:solidFill>
              <a:ln w="38100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0  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667" y="5362081"/>
                <a:ext cx="7439087" cy="110055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310216" y="3580239"/>
            <a:ext cx="184731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310216" y="4572288"/>
            <a:ext cx="184731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91667" y="1431258"/>
            <a:ext cx="7439087" cy="470898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sz="2000" b="1" dirty="0" smtClean="0">
                <a:solidFill>
                  <a:srgbClr val="C00000"/>
                </a:solidFill>
              </a:rPr>
              <a:t>Linearity</a:t>
            </a:r>
            <a:r>
              <a:rPr lang="en-US" sz="2000" dirty="0" smtClean="0"/>
              <a:t>: the relationship between the target and features is</a:t>
            </a:r>
          </a:p>
          <a:p>
            <a:r>
              <a:rPr lang="en-US" sz="2000" dirty="0"/>
              <a:t>l</a:t>
            </a:r>
            <a:r>
              <a:rPr lang="en-US" sz="2000" dirty="0" smtClean="0"/>
              <a:t>inear (y = mx + c)</a:t>
            </a:r>
          </a:p>
          <a:p>
            <a:r>
              <a:rPr lang="en-US" sz="2000" b="1" dirty="0" smtClean="0">
                <a:solidFill>
                  <a:srgbClr val="C00000"/>
                </a:solidFill>
              </a:rPr>
              <a:t>No Autocorrelation between errors : 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error should be independent of each other (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detect using Durbin-Watson test)</a:t>
            </a:r>
          </a:p>
          <a:p>
            <a:r>
              <a:rPr lang="en-US" sz="2000" b="1" dirty="0" smtClean="0">
                <a:solidFill>
                  <a:srgbClr val="C00000"/>
                </a:solidFill>
              </a:rPr>
              <a:t>No collinearity</a:t>
            </a:r>
            <a:r>
              <a:rPr lang="en-US" sz="2000" dirty="0" smtClean="0"/>
              <a:t>: independent variable shouldn’t highly correlated </a:t>
            </a:r>
          </a:p>
          <a:p>
            <a:r>
              <a:rPr lang="en-US" sz="2000" b="1" dirty="0" smtClean="0">
                <a:solidFill>
                  <a:srgbClr val="C00000"/>
                </a:solidFill>
              </a:rPr>
              <a:t>Normality of  errors</a:t>
            </a:r>
            <a:r>
              <a:rPr lang="en-US" sz="2000" dirty="0" smtClean="0"/>
              <a:t>: </a:t>
            </a:r>
            <a:r>
              <a:rPr lang="en-US" sz="2000" dirty="0" smtClean="0"/>
              <a:t>errors should be normally distributed</a:t>
            </a:r>
            <a:r>
              <a:rPr lang="en-US" sz="2000" dirty="0" smtClean="0"/>
              <a:t> </a:t>
            </a:r>
            <a:endParaRPr lang="en-US" sz="2000" dirty="0" smtClean="0"/>
          </a:p>
          <a:p>
            <a:r>
              <a:rPr lang="en-US" sz="2000" b="1" dirty="0" smtClean="0">
                <a:solidFill>
                  <a:srgbClr val="C00000"/>
                </a:solidFill>
              </a:rPr>
              <a:t>Homoscedasticity</a:t>
            </a:r>
            <a:r>
              <a:rPr lang="en-US" sz="2000" dirty="0" smtClean="0"/>
              <a:t>: </a:t>
            </a:r>
            <a:r>
              <a:rPr lang="en-US" sz="2000" dirty="0" smtClean="0"/>
              <a:t>variance of errors should be constant across</a:t>
            </a:r>
          </a:p>
          <a:p>
            <a:r>
              <a:rPr lang="en-US" sz="2000" dirty="0" smtClean="0"/>
              <a:t>All levels of the independent variables</a:t>
            </a:r>
          </a:p>
          <a:p>
            <a:r>
              <a:rPr lang="en-US" sz="2000" b="1" dirty="0" smtClean="0">
                <a:solidFill>
                  <a:srgbClr val="C00000"/>
                </a:solidFill>
              </a:rPr>
              <a:t>No outliers</a:t>
            </a:r>
            <a:r>
              <a:rPr lang="en-US" sz="2000" dirty="0" smtClean="0"/>
              <a:t>: </a:t>
            </a:r>
            <a:r>
              <a:rPr lang="en-US" sz="2000" dirty="0" smtClean="0"/>
              <a:t>as they can distort the regression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line(detect using boxplot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ook’s distance and leverage plot)</a:t>
            </a:r>
            <a:endParaRPr lang="en-US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 smtClean="0"/>
          </a:p>
          <a:p>
            <a:endParaRPr lang="en-US" sz="2400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1288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410158" y="5770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i="1" u="sng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0" y="0"/>
            <a:ext cx="1228049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6080" y="0"/>
            <a:ext cx="1257808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240" y="0"/>
            <a:ext cx="9509760" cy="6858000"/>
          </a:xfrm>
          <a:prstGeom prst="rect">
            <a:avLst/>
          </a:prstGeom>
          <a:solidFill>
            <a:schemeClr val="bg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 smtClean="0">
                <a:solidFill>
                  <a:srgbClr val="FFC000"/>
                </a:solidFill>
                <a:latin typeface="+mj-lt"/>
              </a:rPr>
              <a:t> </a:t>
            </a:r>
          </a:p>
          <a:p>
            <a:pPr algn="ctr"/>
            <a:endParaRPr lang="en-US" sz="60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100" y="810250"/>
            <a:ext cx="208666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Linear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Logistic Regression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Decision Tree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Random forest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Support Vector Machine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K-Nearest Neighbors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Naïve Bayes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K-Means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Hierarchical Clustering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Principal Component Analysis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DBSCAN</a:t>
            </a: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Deep Q-learning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Policy Gradient Method</a:t>
            </a:r>
          </a:p>
          <a:p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310216" y="397984"/>
            <a:ext cx="66534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 smtClean="0">
                <a:solidFill>
                  <a:schemeClr val="accent5">
                    <a:lumMod val="50000"/>
                  </a:schemeClr>
                </a:solidFill>
              </a:rPr>
              <a:t>linear Regression implementation</a:t>
            </a:r>
          </a:p>
          <a:p>
            <a:r>
              <a:rPr lang="en-US" sz="3600" b="1" u="sng" dirty="0" smtClean="0">
                <a:solidFill>
                  <a:schemeClr val="accent5">
                    <a:lumMod val="50000"/>
                  </a:schemeClr>
                </a:solidFill>
              </a:rPr>
              <a:t>In python</a:t>
            </a:r>
            <a:endParaRPr lang="en-US" sz="3600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10216" y="3580239"/>
            <a:ext cx="184731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310216" y="4572288"/>
            <a:ext cx="184731" cy="369332"/>
          </a:xfrm>
          <a:prstGeom prst="rect">
            <a:avLst/>
          </a:prstGeom>
          <a:noFill/>
          <a:ln w="38100"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91667" y="1431258"/>
            <a:ext cx="7439087" cy="104644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endParaRPr lang="en-US" sz="2000" dirty="0" smtClean="0"/>
          </a:p>
          <a:p>
            <a:endParaRPr lang="en-US" sz="2400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41364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807</Words>
  <Application>Microsoft Office PowerPoint</Application>
  <PresentationFormat>Widescreen</PresentationFormat>
  <Paragraphs>307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Black</vt:lpstr>
      <vt:lpstr>Bahnschrift</vt:lpstr>
      <vt:lpstr>Calibri</vt:lpstr>
      <vt:lpstr>Calibri Light</vt:lpstr>
      <vt:lpstr>Cambria Math</vt:lpstr>
      <vt:lpstr>Franklin Gothic Demi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</dc:creator>
  <cp:lastModifiedBy>Leo</cp:lastModifiedBy>
  <cp:revision>52</cp:revision>
  <dcterms:created xsi:type="dcterms:W3CDTF">2025-04-07T08:36:07Z</dcterms:created>
  <dcterms:modified xsi:type="dcterms:W3CDTF">2025-04-07T18:09:41Z</dcterms:modified>
</cp:coreProperties>
</file>