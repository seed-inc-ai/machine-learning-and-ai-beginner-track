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93" r:id="rId30"/>
    <p:sldId id="294" r:id="rId31"/>
    <p:sldId id="288" r:id="rId32"/>
    <p:sldId id="292" r:id="rId33"/>
    <p:sldId id="29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253"/>
    <a:srgbClr val="DA9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756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40AA6E-DC7C-4882-9A51-0083A2BBB87B}" type="doc">
      <dgm:prSet loTypeId="urn:microsoft.com/office/officeart/2008/layout/HorizontalMultiLevelHierarchy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A9ABDC1-12AE-42FD-8889-779497879C7C}">
      <dgm:prSet phldrT="[Text]" custT="1"/>
      <dgm:spPr/>
      <dgm:t>
        <a:bodyPr/>
        <a:lstStyle/>
        <a:p>
          <a:r>
            <a:rPr lang="en-US" sz="1800" dirty="0" smtClean="0"/>
            <a:t>Importance of  machine learning</a:t>
          </a:r>
          <a:endParaRPr lang="en-US" sz="1800" dirty="0"/>
        </a:p>
      </dgm:t>
    </dgm:pt>
    <dgm:pt modelId="{BA1F1328-9D64-4E68-9609-D1152F6DC995}" type="parTrans" cxnId="{93DEE909-908E-4DB8-9E17-47080406B0B3}">
      <dgm:prSet/>
      <dgm:spPr/>
      <dgm:t>
        <a:bodyPr/>
        <a:lstStyle/>
        <a:p>
          <a:endParaRPr lang="en-US"/>
        </a:p>
      </dgm:t>
    </dgm:pt>
    <dgm:pt modelId="{0759DB8E-5C86-4795-B4BF-7DE034A73862}" type="sibTrans" cxnId="{93DEE909-908E-4DB8-9E17-47080406B0B3}">
      <dgm:prSet/>
      <dgm:spPr/>
      <dgm:t>
        <a:bodyPr/>
        <a:lstStyle/>
        <a:p>
          <a:endParaRPr lang="en-US"/>
        </a:p>
      </dgm:t>
    </dgm:pt>
    <dgm:pt modelId="{C7AD7C30-5794-4B3C-821D-EFB9C418BDA8}">
      <dgm:prSet phldrT="[Text]" custT="1"/>
      <dgm:spPr/>
      <dgm:t>
        <a:bodyPr/>
        <a:lstStyle/>
        <a:p>
          <a:r>
            <a:rPr lang="en-US" sz="2800" dirty="0" smtClean="0"/>
            <a:t>Uncover patterns in large dataset</a:t>
          </a:r>
          <a:endParaRPr lang="en-US" sz="3500" dirty="0"/>
        </a:p>
      </dgm:t>
    </dgm:pt>
    <dgm:pt modelId="{9F230FA2-7F96-4B12-B96C-1C9D91E71755}" type="parTrans" cxnId="{990A3FFA-1B7E-439D-B517-C5057E6E3207}">
      <dgm:prSet/>
      <dgm:spPr/>
      <dgm:t>
        <a:bodyPr/>
        <a:lstStyle/>
        <a:p>
          <a:endParaRPr lang="en-US"/>
        </a:p>
      </dgm:t>
    </dgm:pt>
    <dgm:pt modelId="{4AF584BD-2D0C-4C48-B6BD-D61AB0F1E808}" type="sibTrans" cxnId="{990A3FFA-1B7E-439D-B517-C5057E6E3207}">
      <dgm:prSet/>
      <dgm:spPr/>
      <dgm:t>
        <a:bodyPr/>
        <a:lstStyle/>
        <a:p>
          <a:endParaRPr lang="en-US"/>
        </a:p>
      </dgm:t>
    </dgm:pt>
    <dgm:pt modelId="{FA55FFDD-1590-4ADA-8232-2F4D5EC4C24D}">
      <dgm:prSet phldrT="[Text]" custT="1"/>
      <dgm:spPr/>
      <dgm:t>
        <a:bodyPr/>
        <a:lstStyle/>
        <a:p>
          <a:r>
            <a:rPr lang="en-US" sz="2800" dirty="0" smtClean="0"/>
            <a:t>Automate decision making</a:t>
          </a:r>
          <a:endParaRPr lang="en-US" sz="2800" dirty="0"/>
        </a:p>
      </dgm:t>
    </dgm:pt>
    <dgm:pt modelId="{52F63F23-F6E2-4263-BADA-52E649155C16}" type="parTrans" cxnId="{DCC3F6AB-0DA6-4F3E-806E-168458524545}">
      <dgm:prSet/>
      <dgm:spPr/>
      <dgm:t>
        <a:bodyPr/>
        <a:lstStyle/>
        <a:p>
          <a:endParaRPr lang="en-US"/>
        </a:p>
      </dgm:t>
    </dgm:pt>
    <dgm:pt modelId="{560A2EBC-CAFC-4923-A617-AE5B9777D97F}" type="sibTrans" cxnId="{DCC3F6AB-0DA6-4F3E-806E-168458524545}">
      <dgm:prSet/>
      <dgm:spPr/>
      <dgm:t>
        <a:bodyPr/>
        <a:lstStyle/>
        <a:p>
          <a:endParaRPr lang="en-US"/>
        </a:p>
      </dgm:t>
    </dgm:pt>
    <dgm:pt modelId="{5885FB3C-5A2B-4AF1-A091-064EB1E972F7}">
      <dgm:prSet phldrT="[Text]" custT="1"/>
      <dgm:spPr/>
      <dgm:t>
        <a:bodyPr/>
        <a:lstStyle/>
        <a:p>
          <a:r>
            <a:rPr lang="en-US" sz="2400" dirty="0" smtClean="0"/>
            <a:t>Other applications across industries</a:t>
          </a:r>
          <a:endParaRPr lang="en-US" sz="2400" dirty="0"/>
        </a:p>
      </dgm:t>
    </dgm:pt>
    <dgm:pt modelId="{7F3C661D-85CA-4F14-889F-9802ED77E43E}" type="parTrans" cxnId="{1D77012A-14F2-4FA0-B322-1F1D43F133B7}">
      <dgm:prSet/>
      <dgm:spPr/>
      <dgm:t>
        <a:bodyPr/>
        <a:lstStyle/>
        <a:p>
          <a:endParaRPr lang="en-US"/>
        </a:p>
      </dgm:t>
    </dgm:pt>
    <dgm:pt modelId="{A50614A2-F14D-4028-8CF6-4356FB5D06B4}" type="sibTrans" cxnId="{1D77012A-14F2-4FA0-B322-1F1D43F133B7}">
      <dgm:prSet/>
      <dgm:spPr/>
      <dgm:t>
        <a:bodyPr/>
        <a:lstStyle/>
        <a:p>
          <a:endParaRPr lang="en-US"/>
        </a:p>
      </dgm:t>
    </dgm:pt>
    <dgm:pt modelId="{81F8679D-3D56-46A3-84A1-D6F987FB2856}" type="pres">
      <dgm:prSet presAssocID="{2C40AA6E-DC7C-4882-9A51-0083A2BBB87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9329D3D-C794-4CEF-983F-C62CB7332BF3}" type="pres">
      <dgm:prSet presAssocID="{5A9ABDC1-12AE-42FD-8889-779497879C7C}" presName="root1" presStyleCnt="0"/>
      <dgm:spPr/>
    </dgm:pt>
    <dgm:pt modelId="{37C044DC-80DA-4AC7-97A9-82840C416E88}" type="pres">
      <dgm:prSet presAssocID="{5A9ABDC1-12AE-42FD-8889-779497879C7C}" presName="LevelOneTextNode" presStyleLbl="node0" presStyleIdx="0" presStyleCnt="1" custScaleY="8268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A4ED6E-C49A-4216-B8A1-BB0EEF775FED}" type="pres">
      <dgm:prSet presAssocID="{5A9ABDC1-12AE-42FD-8889-779497879C7C}" presName="level2hierChild" presStyleCnt="0"/>
      <dgm:spPr/>
    </dgm:pt>
    <dgm:pt modelId="{9EA9D54D-F3FC-498A-9708-34795C8E8C64}" type="pres">
      <dgm:prSet presAssocID="{9F230FA2-7F96-4B12-B96C-1C9D91E71755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56A481FA-D30E-4D76-B5B3-5446F5D856C6}" type="pres">
      <dgm:prSet presAssocID="{9F230FA2-7F96-4B12-B96C-1C9D91E71755}" presName="connTx" presStyleLbl="parChTrans1D2" presStyleIdx="0" presStyleCnt="3"/>
      <dgm:spPr/>
      <dgm:t>
        <a:bodyPr/>
        <a:lstStyle/>
        <a:p>
          <a:endParaRPr lang="en-US"/>
        </a:p>
      </dgm:t>
    </dgm:pt>
    <dgm:pt modelId="{B6F8FE03-E916-47FB-9A38-88F63BECF1FC}" type="pres">
      <dgm:prSet presAssocID="{C7AD7C30-5794-4B3C-821D-EFB9C418BDA8}" presName="root2" presStyleCnt="0"/>
      <dgm:spPr/>
    </dgm:pt>
    <dgm:pt modelId="{A3D0B17F-DB52-4126-AECB-BD29651B88BC}" type="pres">
      <dgm:prSet presAssocID="{C7AD7C30-5794-4B3C-821D-EFB9C418BDA8}" presName="LevelTwoTextNode" presStyleLbl="node2" presStyleIdx="0" presStyleCnt="3" custScaleX="224720" custLinFactNeighborX="302" custLinFactNeighborY="40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EAD01C-2B9A-459E-9640-1C96F44E8ACA}" type="pres">
      <dgm:prSet presAssocID="{C7AD7C30-5794-4B3C-821D-EFB9C418BDA8}" presName="level3hierChild" presStyleCnt="0"/>
      <dgm:spPr/>
    </dgm:pt>
    <dgm:pt modelId="{FB96B45D-2F61-43E4-BC97-70DB92CCE9BE}" type="pres">
      <dgm:prSet presAssocID="{52F63F23-F6E2-4263-BADA-52E649155C16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9C940825-99D1-4B79-BDC5-D92DD33882F6}" type="pres">
      <dgm:prSet presAssocID="{52F63F23-F6E2-4263-BADA-52E649155C16}" presName="connTx" presStyleLbl="parChTrans1D2" presStyleIdx="1" presStyleCnt="3"/>
      <dgm:spPr/>
      <dgm:t>
        <a:bodyPr/>
        <a:lstStyle/>
        <a:p>
          <a:endParaRPr lang="en-US"/>
        </a:p>
      </dgm:t>
    </dgm:pt>
    <dgm:pt modelId="{4E7D3AE8-C277-428A-9C92-FCA82407C4F3}" type="pres">
      <dgm:prSet presAssocID="{FA55FFDD-1590-4ADA-8232-2F4D5EC4C24D}" presName="root2" presStyleCnt="0"/>
      <dgm:spPr/>
    </dgm:pt>
    <dgm:pt modelId="{343F8660-E562-49EB-82BB-F2C50F7CCF4B}" type="pres">
      <dgm:prSet presAssocID="{FA55FFDD-1590-4ADA-8232-2F4D5EC4C24D}" presName="LevelTwoTextNode" presStyleLbl="node2" presStyleIdx="1" presStyleCnt="3" custScaleX="22687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438958F-A69C-46FB-A57F-B6BBCDAA1C4A}" type="pres">
      <dgm:prSet presAssocID="{FA55FFDD-1590-4ADA-8232-2F4D5EC4C24D}" presName="level3hierChild" presStyleCnt="0"/>
      <dgm:spPr/>
    </dgm:pt>
    <dgm:pt modelId="{52761F61-3B68-45C7-A13E-6C7045ACF845}" type="pres">
      <dgm:prSet presAssocID="{7F3C661D-85CA-4F14-889F-9802ED77E43E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4FA579BA-0AE5-4C0B-B8BA-58A47F0E2B8A}" type="pres">
      <dgm:prSet presAssocID="{7F3C661D-85CA-4F14-889F-9802ED77E43E}" presName="connTx" presStyleLbl="parChTrans1D2" presStyleIdx="2" presStyleCnt="3"/>
      <dgm:spPr/>
      <dgm:t>
        <a:bodyPr/>
        <a:lstStyle/>
        <a:p>
          <a:endParaRPr lang="en-US"/>
        </a:p>
      </dgm:t>
    </dgm:pt>
    <dgm:pt modelId="{9E80C316-8ADC-4AB9-9D6D-FE21BCE56E29}" type="pres">
      <dgm:prSet presAssocID="{5885FB3C-5A2B-4AF1-A091-064EB1E972F7}" presName="root2" presStyleCnt="0"/>
      <dgm:spPr/>
    </dgm:pt>
    <dgm:pt modelId="{CB0EDB72-FE42-4936-957B-F6AD61672401}" type="pres">
      <dgm:prSet presAssocID="{5885FB3C-5A2B-4AF1-A091-064EB1E972F7}" presName="LevelTwoTextNode" presStyleLbl="node2" presStyleIdx="2" presStyleCnt="3" custScaleX="2253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92DB6A-FA7F-44B2-9CB1-B41496FD0D69}" type="pres">
      <dgm:prSet presAssocID="{5885FB3C-5A2B-4AF1-A091-064EB1E972F7}" presName="level3hierChild" presStyleCnt="0"/>
      <dgm:spPr/>
    </dgm:pt>
  </dgm:ptLst>
  <dgm:cxnLst>
    <dgm:cxn modelId="{9CA4B353-1627-4604-B77D-9E5B9FBEDE8D}" type="presOf" srcId="{C7AD7C30-5794-4B3C-821D-EFB9C418BDA8}" destId="{A3D0B17F-DB52-4126-AECB-BD29651B88BC}" srcOrd="0" destOrd="0" presId="urn:microsoft.com/office/officeart/2008/layout/HorizontalMultiLevelHierarchy"/>
    <dgm:cxn modelId="{CCB943C6-E7BB-4F9F-91D2-98E75C12C3DD}" type="presOf" srcId="{7F3C661D-85CA-4F14-889F-9802ED77E43E}" destId="{52761F61-3B68-45C7-A13E-6C7045ACF845}" srcOrd="0" destOrd="0" presId="urn:microsoft.com/office/officeart/2008/layout/HorizontalMultiLevelHierarchy"/>
    <dgm:cxn modelId="{6F70B65B-DD4E-41EC-81DF-270397C58243}" type="presOf" srcId="{9F230FA2-7F96-4B12-B96C-1C9D91E71755}" destId="{56A481FA-D30E-4D76-B5B3-5446F5D856C6}" srcOrd="1" destOrd="0" presId="urn:microsoft.com/office/officeart/2008/layout/HorizontalMultiLevelHierarchy"/>
    <dgm:cxn modelId="{BDC237C7-DBB1-4F31-84CC-EA9886BBB6DC}" type="presOf" srcId="{5885FB3C-5A2B-4AF1-A091-064EB1E972F7}" destId="{CB0EDB72-FE42-4936-957B-F6AD61672401}" srcOrd="0" destOrd="0" presId="urn:microsoft.com/office/officeart/2008/layout/HorizontalMultiLevelHierarchy"/>
    <dgm:cxn modelId="{DCC3F6AB-0DA6-4F3E-806E-168458524545}" srcId="{5A9ABDC1-12AE-42FD-8889-779497879C7C}" destId="{FA55FFDD-1590-4ADA-8232-2F4D5EC4C24D}" srcOrd="1" destOrd="0" parTransId="{52F63F23-F6E2-4263-BADA-52E649155C16}" sibTransId="{560A2EBC-CAFC-4923-A617-AE5B9777D97F}"/>
    <dgm:cxn modelId="{38CFFC07-B860-47FB-A5A8-2614287C2640}" type="presOf" srcId="{2C40AA6E-DC7C-4882-9A51-0083A2BBB87B}" destId="{81F8679D-3D56-46A3-84A1-D6F987FB2856}" srcOrd="0" destOrd="0" presId="urn:microsoft.com/office/officeart/2008/layout/HorizontalMultiLevelHierarchy"/>
    <dgm:cxn modelId="{9E73DA37-1908-484A-BE8B-25ADA7D8476F}" type="presOf" srcId="{FA55FFDD-1590-4ADA-8232-2F4D5EC4C24D}" destId="{343F8660-E562-49EB-82BB-F2C50F7CCF4B}" srcOrd="0" destOrd="0" presId="urn:microsoft.com/office/officeart/2008/layout/HorizontalMultiLevelHierarchy"/>
    <dgm:cxn modelId="{504B654D-A2A7-438D-9223-EE50FB944957}" type="presOf" srcId="{9F230FA2-7F96-4B12-B96C-1C9D91E71755}" destId="{9EA9D54D-F3FC-498A-9708-34795C8E8C64}" srcOrd="0" destOrd="0" presId="urn:microsoft.com/office/officeart/2008/layout/HorizontalMultiLevelHierarchy"/>
    <dgm:cxn modelId="{1D77012A-14F2-4FA0-B322-1F1D43F133B7}" srcId="{5A9ABDC1-12AE-42FD-8889-779497879C7C}" destId="{5885FB3C-5A2B-4AF1-A091-064EB1E972F7}" srcOrd="2" destOrd="0" parTransId="{7F3C661D-85CA-4F14-889F-9802ED77E43E}" sibTransId="{A50614A2-F14D-4028-8CF6-4356FB5D06B4}"/>
    <dgm:cxn modelId="{49B4DD09-23FC-40F6-AAC8-F8F72CECA6C9}" type="presOf" srcId="{52F63F23-F6E2-4263-BADA-52E649155C16}" destId="{FB96B45D-2F61-43E4-BC97-70DB92CCE9BE}" srcOrd="0" destOrd="0" presId="urn:microsoft.com/office/officeart/2008/layout/HorizontalMultiLevelHierarchy"/>
    <dgm:cxn modelId="{990A3FFA-1B7E-439D-B517-C5057E6E3207}" srcId="{5A9ABDC1-12AE-42FD-8889-779497879C7C}" destId="{C7AD7C30-5794-4B3C-821D-EFB9C418BDA8}" srcOrd="0" destOrd="0" parTransId="{9F230FA2-7F96-4B12-B96C-1C9D91E71755}" sibTransId="{4AF584BD-2D0C-4C48-B6BD-D61AB0F1E808}"/>
    <dgm:cxn modelId="{B52060CC-8E9D-44E0-935B-6660C715633F}" type="presOf" srcId="{7F3C661D-85CA-4F14-889F-9802ED77E43E}" destId="{4FA579BA-0AE5-4C0B-B8BA-58A47F0E2B8A}" srcOrd="1" destOrd="0" presId="urn:microsoft.com/office/officeart/2008/layout/HorizontalMultiLevelHierarchy"/>
    <dgm:cxn modelId="{847EAA5F-A173-49BB-A61F-E3F8149A7B75}" type="presOf" srcId="{5A9ABDC1-12AE-42FD-8889-779497879C7C}" destId="{37C044DC-80DA-4AC7-97A9-82840C416E88}" srcOrd="0" destOrd="0" presId="urn:microsoft.com/office/officeart/2008/layout/HorizontalMultiLevelHierarchy"/>
    <dgm:cxn modelId="{93DEE909-908E-4DB8-9E17-47080406B0B3}" srcId="{2C40AA6E-DC7C-4882-9A51-0083A2BBB87B}" destId="{5A9ABDC1-12AE-42FD-8889-779497879C7C}" srcOrd="0" destOrd="0" parTransId="{BA1F1328-9D64-4E68-9609-D1152F6DC995}" sibTransId="{0759DB8E-5C86-4795-B4BF-7DE034A73862}"/>
    <dgm:cxn modelId="{FF9C1377-735C-4992-AA1C-9FA368F1230D}" type="presOf" srcId="{52F63F23-F6E2-4263-BADA-52E649155C16}" destId="{9C940825-99D1-4B79-BDC5-D92DD33882F6}" srcOrd="1" destOrd="0" presId="urn:microsoft.com/office/officeart/2008/layout/HorizontalMultiLevelHierarchy"/>
    <dgm:cxn modelId="{A0100A12-8553-42A3-A9FD-F18A9DD53AC6}" type="presParOf" srcId="{81F8679D-3D56-46A3-84A1-D6F987FB2856}" destId="{B9329D3D-C794-4CEF-983F-C62CB7332BF3}" srcOrd="0" destOrd="0" presId="urn:microsoft.com/office/officeart/2008/layout/HorizontalMultiLevelHierarchy"/>
    <dgm:cxn modelId="{B38ACDDB-94D8-4991-AE99-DE648F2F6E15}" type="presParOf" srcId="{B9329D3D-C794-4CEF-983F-C62CB7332BF3}" destId="{37C044DC-80DA-4AC7-97A9-82840C416E88}" srcOrd="0" destOrd="0" presId="urn:microsoft.com/office/officeart/2008/layout/HorizontalMultiLevelHierarchy"/>
    <dgm:cxn modelId="{12FF64EB-0DA1-4BFA-85C9-8C0F7D4746F4}" type="presParOf" srcId="{B9329D3D-C794-4CEF-983F-C62CB7332BF3}" destId="{EFA4ED6E-C49A-4216-B8A1-BB0EEF775FED}" srcOrd="1" destOrd="0" presId="urn:microsoft.com/office/officeart/2008/layout/HorizontalMultiLevelHierarchy"/>
    <dgm:cxn modelId="{34BB206D-A8BD-4FC6-8966-28BB5FF38C32}" type="presParOf" srcId="{EFA4ED6E-C49A-4216-B8A1-BB0EEF775FED}" destId="{9EA9D54D-F3FC-498A-9708-34795C8E8C64}" srcOrd="0" destOrd="0" presId="urn:microsoft.com/office/officeart/2008/layout/HorizontalMultiLevelHierarchy"/>
    <dgm:cxn modelId="{EA7723D9-12BF-4851-B8D8-459A104D86EC}" type="presParOf" srcId="{9EA9D54D-F3FC-498A-9708-34795C8E8C64}" destId="{56A481FA-D30E-4D76-B5B3-5446F5D856C6}" srcOrd="0" destOrd="0" presId="urn:microsoft.com/office/officeart/2008/layout/HorizontalMultiLevelHierarchy"/>
    <dgm:cxn modelId="{F0FA9AFC-2847-4D8D-902B-86E5BC885B79}" type="presParOf" srcId="{EFA4ED6E-C49A-4216-B8A1-BB0EEF775FED}" destId="{B6F8FE03-E916-47FB-9A38-88F63BECF1FC}" srcOrd="1" destOrd="0" presId="urn:microsoft.com/office/officeart/2008/layout/HorizontalMultiLevelHierarchy"/>
    <dgm:cxn modelId="{60D911D3-655D-413B-8800-ABCD59C42B1A}" type="presParOf" srcId="{B6F8FE03-E916-47FB-9A38-88F63BECF1FC}" destId="{A3D0B17F-DB52-4126-AECB-BD29651B88BC}" srcOrd="0" destOrd="0" presId="urn:microsoft.com/office/officeart/2008/layout/HorizontalMultiLevelHierarchy"/>
    <dgm:cxn modelId="{E7E76B0F-0847-4918-9F28-FE3E55D27F22}" type="presParOf" srcId="{B6F8FE03-E916-47FB-9A38-88F63BECF1FC}" destId="{ABEAD01C-2B9A-459E-9640-1C96F44E8ACA}" srcOrd="1" destOrd="0" presId="urn:microsoft.com/office/officeart/2008/layout/HorizontalMultiLevelHierarchy"/>
    <dgm:cxn modelId="{4A5AE2F8-8C90-4F4B-A71D-4C33995ED390}" type="presParOf" srcId="{EFA4ED6E-C49A-4216-B8A1-BB0EEF775FED}" destId="{FB96B45D-2F61-43E4-BC97-70DB92CCE9BE}" srcOrd="2" destOrd="0" presId="urn:microsoft.com/office/officeart/2008/layout/HorizontalMultiLevelHierarchy"/>
    <dgm:cxn modelId="{B1CB0000-EA66-472B-A288-54F16A78469A}" type="presParOf" srcId="{FB96B45D-2F61-43E4-BC97-70DB92CCE9BE}" destId="{9C940825-99D1-4B79-BDC5-D92DD33882F6}" srcOrd="0" destOrd="0" presId="urn:microsoft.com/office/officeart/2008/layout/HorizontalMultiLevelHierarchy"/>
    <dgm:cxn modelId="{388DD3BD-BE8B-4805-894F-E25805810F17}" type="presParOf" srcId="{EFA4ED6E-C49A-4216-B8A1-BB0EEF775FED}" destId="{4E7D3AE8-C277-428A-9C92-FCA82407C4F3}" srcOrd="3" destOrd="0" presId="urn:microsoft.com/office/officeart/2008/layout/HorizontalMultiLevelHierarchy"/>
    <dgm:cxn modelId="{E1713660-0998-4353-910B-C816301EABFC}" type="presParOf" srcId="{4E7D3AE8-C277-428A-9C92-FCA82407C4F3}" destId="{343F8660-E562-49EB-82BB-F2C50F7CCF4B}" srcOrd="0" destOrd="0" presId="urn:microsoft.com/office/officeart/2008/layout/HorizontalMultiLevelHierarchy"/>
    <dgm:cxn modelId="{9EF619F2-C973-4408-B5C1-92A7E8FE3124}" type="presParOf" srcId="{4E7D3AE8-C277-428A-9C92-FCA82407C4F3}" destId="{C438958F-A69C-46FB-A57F-B6BBCDAA1C4A}" srcOrd="1" destOrd="0" presId="urn:microsoft.com/office/officeart/2008/layout/HorizontalMultiLevelHierarchy"/>
    <dgm:cxn modelId="{61DC327A-C625-4DE3-8139-FD8A30B6FD91}" type="presParOf" srcId="{EFA4ED6E-C49A-4216-B8A1-BB0EEF775FED}" destId="{52761F61-3B68-45C7-A13E-6C7045ACF845}" srcOrd="4" destOrd="0" presId="urn:microsoft.com/office/officeart/2008/layout/HorizontalMultiLevelHierarchy"/>
    <dgm:cxn modelId="{0DA633C0-B993-47E7-8F43-7B858ECA5B6C}" type="presParOf" srcId="{52761F61-3B68-45C7-A13E-6C7045ACF845}" destId="{4FA579BA-0AE5-4C0B-B8BA-58A47F0E2B8A}" srcOrd="0" destOrd="0" presId="urn:microsoft.com/office/officeart/2008/layout/HorizontalMultiLevelHierarchy"/>
    <dgm:cxn modelId="{008AAE52-6739-4E97-A6E3-7584611FFE19}" type="presParOf" srcId="{EFA4ED6E-C49A-4216-B8A1-BB0EEF775FED}" destId="{9E80C316-8ADC-4AB9-9D6D-FE21BCE56E29}" srcOrd="5" destOrd="0" presId="urn:microsoft.com/office/officeart/2008/layout/HorizontalMultiLevelHierarchy"/>
    <dgm:cxn modelId="{C07FD861-683D-45EE-BF80-228757D6EE73}" type="presParOf" srcId="{9E80C316-8ADC-4AB9-9D6D-FE21BCE56E29}" destId="{CB0EDB72-FE42-4936-957B-F6AD61672401}" srcOrd="0" destOrd="0" presId="urn:microsoft.com/office/officeart/2008/layout/HorizontalMultiLevelHierarchy"/>
    <dgm:cxn modelId="{600E3B92-5357-4866-8EDA-E5B438DF6CE5}" type="presParOf" srcId="{9E80C316-8ADC-4AB9-9D6D-FE21BCE56E29}" destId="{2992DB6A-FA7F-44B2-9CB1-B41496FD0D69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293848-DBB0-4000-A096-2439E6A35733}" type="doc">
      <dgm:prSet loTypeId="urn:microsoft.com/office/officeart/2005/8/layout/vList3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6403DD3-4699-42FC-8DB1-7FEC2EDD3529}">
      <dgm:prSet/>
      <dgm:spPr/>
      <dgm:t>
        <a:bodyPr/>
        <a:lstStyle/>
        <a:p>
          <a:pPr rtl="0"/>
          <a:r>
            <a:rPr lang="en-US" b="1" i="0" baseline="0" smtClean="0"/>
            <a:t>Data Collection</a:t>
          </a:r>
          <a:r>
            <a:rPr lang="en-US" b="0" i="0" baseline="0" smtClean="0"/>
            <a:t>: </a:t>
          </a:r>
          <a:r>
            <a:rPr lang="en-US" b="0" i="1" baseline="0" smtClean="0"/>
            <a:t>Gather relevant data from various sources.</a:t>
          </a:r>
          <a:endParaRPr lang="en-US" b="1" i="0" baseline="0"/>
        </a:p>
      </dgm:t>
    </dgm:pt>
    <dgm:pt modelId="{865B4D64-D049-4138-8ADB-5A3CF7101EA4}" type="parTrans" cxnId="{4D3C26BC-4742-4954-BE97-8F50BD59F05A}">
      <dgm:prSet/>
      <dgm:spPr/>
      <dgm:t>
        <a:bodyPr/>
        <a:lstStyle/>
        <a:p>
          <a:endParaRPr lang="en-US"/>
        </a:p>
      </dgm:t>
    </dgm:pt>
    <dgm:pt modelId="{57A8A177-0994-4E9A-BFFD-5153B746ABE4}" type="sibTrans" cxnId="{4D3C26BC-4742-4954-BE97-8F50BD59F05A}">
      <dgm:prSet/>
      <dgm:spPr/>
      <dgm:t>
        <a:bodyPr/>
        <a:lstStyle/>
        <a:p>
          <a:endParaRPr lang="en-US"/>
        </a:p>
      </dgm:t>
    </dgm:pt>
    <dgm:pt modelId="{53BE6F37-B3A4-4B87-8336-F31C986A1819}">
      <dgm:prSet/>
      <dgm:spPr/>
      <dgm:t>
        <a:bodyPr/>
        <a:lstStyle/>
        <a:p>
          <a:pPr rtl="0"/>
          <a:r>
            <a:rPr lang="en-US" b="1" i="0" baseline="0" smtClean="0"/>
            <a:t>Data Preprocessing</a:t>
          </a:r>
          <a:r>
            <a:rPr lang="en-US" b="0" i="0" baseline="0" smtClean="0"/>
            <a:t>: </a:t>
          </a:r>
          <a:r>
            <a:rPr lang="en-US" b="0" i="1" baseline="0" smtClean="0"/>
            <a:t>Clean and format data for analysis.</a:t>
          </a:r>
          <a:endParaRPr lang="en-US"/>
        </a:p>
      </dgm:t>
    </dgm:pt>
    <dgm:pt modelId="{DE831223-DE1F-4238-A230-CC0F51919873}" type="parTrans" cxnId="{96D3155A-F97C-4683-9948-0AA2EA67252F}">
      <dgm:prSet/>
      <dgm:spPr/>
      <dgm:t>
        <a:bodyPr/>
        <a:lstStyle/>
        <a:p>
          <a:endParaRPr lang="en-US"/>
        </a:p>
      </dgm:t>
    </dgm:pt>
    <dgm:pt modelId="{F8595EF3-BF11-4888-B629-59A4CFC3B974}" type="sibTrans" cxnId="{96D3155A-F97C-4683-9948-0AA2EA67252F}">
      <dgm:prSet/>
      <dgm:spPr/>
      <dgm:t>
        <a:bodyPr/>
        <a:lstStyle/>
        <a:p>
          <a:endParaRPr lang="en-US"/>
        </a:p>
      </dgm:t>
    </dgm:pt>
    <dgm:pt modelId="{B83AA95D-3207-4691-B154-01DAB42F1F62}">
      <dgm:prSet/>
      <dgm:spPr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rtl="0"/>
          <a:r>
            <a:rPr lang="en-US" b="1" i="0" baseline="0" dirty="0" smtClean="0"/>
            <a:t>Model Selection</a:t>
          </a:r>
          <a:r>
            <a:rPr lang="en-US" b="0" i="0" baseline="0" dirty="0" smtClean="0"/>
            <a:t>: </a:t>
          </a:r>
          <a:r>
            <a:rPr lang="en-US" b="0" i="1" u="sng" baseline="0" dirty="0" smtClean="0"/>
            <a:t>Choose appropriate algorithms based on the problem.</a:t>
          </a:r>
          <a:endParaRPr lang="en-US" dirty="0"/>
        </a:p>
      </dgm:t>
    </dgm:pt>
    <dgm:pt modelId="{EC843141-B3E3-43B8-BFEE-53CAC01DCE14}" type="parTrans" cxnId="{E56C10B4-D2BD-4E73-B83F-97432B40C3AA}">
      <dgm:prSet/>
      <dgm:spPr/>
      <dgm:t>
        <a:bodyPr/>
        <a:lstStyle/>
        <a:p>
          <a:endParaRPr lang="en-US"/>
        </a:p>
      </dgm:t>
    </dgm:pt>
    <dgm:pt modelId="{338AABAF-3B15-4F0F-AF49-59D74AC2D0ED}" type="sibTrans" cxnId="{E56C10B4-D2BD-4E73-B83F-97432B40C3AA}">
      <dgm:prSet/>
      <dgm:spPr/>
      <dgm:t>
        <a:bodyPr/>
        <a:lstStyle/>
        <a:p>
          <a:endParaRPr lang="en-US"/>
        </a:p>
      </dgm:t>
    </dgm:pt>
    <dgm:pt modelId="{43193000-E61C-4950-A186-A13F06A1C23E}">
      <dgm:prSet/>
      <dgm:spPr/>
      <dgm:t>
        <a:bodyPr/>
        <a:lstStyle/>
        <a:p>
          <a:pPr rtl="0"/>
          <a:r>
            <a:rPr lang="en-US" b="1" i="0" baseline="0" dirty="0" smtClean="0"/>
            <a:t>Training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Feed data into the model to learn patterns.</a:t>
          </a:r>
          <a:endParaRPr lang="en-US" dirty="0"/>
        </a:p>
      </dgm:t>
    </dgm:pt>
    <dgm:pt modelId="{93F23939-03B8-404A-AB1D-EAB19D70C21A}" type="parTrans" cxnId="{E040D28F-BC41-47AE-8835-A0450A73CA86}">
      <dgm:prSet/>
      <dgm:spPr/>
      <dgm:t>
        <a:bodyPr/>
        <a:lstStyle/>
        <a:p>
          <a:endParaRPr lang="en-US"/>
        </a:p>
      </dgm:t>
    </dgm:pt>
    <dgm:pt modelId="{493576BA-5C21-40F3-B16F-C1F1E1752142}" type="sibTrans" cxnId="{E040D28F-BC41-47AE-8835-A0450A73CA86}">
      <dgm:prSet/>
      <dgm:spPr/>
      <dgm:t>
        <a:bodyPr/>
        <a:lstStyle/>
        <a:p>
          <a:endParaRPr lang="en-US"/>
        </a:p>
      </dgm:t>
    </dgm:pt>
    <dgm:pt modelId="{442546D3-997B-491D-BD56-FBBFC31DE3C3}">
      <dgm:prSet/>
      <dgm:spPr/>
      <dgm:t>
        <a:bodyPr/>
        <a:lstStyle/>
        <a:p>
          <a:pPr rtl="0"/>
          <a:r>
            <a:rPr lang="en-US" b="1" i="0" baseline="0" dirty="0" smtClean="0"/>
            <a:t>Evaluation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Assess model performance using metrics.</a:t>
          </a:r>
          <a:endParaRPr lang="en-US" dirty="0"/>
        </a:p>
      </dgm:t>
    </dgm:pt>
    <dgm:pt modelId="{57BCA997-29DE-4AD9-A939-6449ADA880BF}" type="parTrans" cxnId="{73324CDB-9826-4698-A143-B2D1600EA4A4}">
      <dgm:prSet/>
      <dgm:spPr/>
      <dgm:t>
        <a:bodyPr/>
        <a:lstStyle/>
        <a:p>
          <a:endParaRPr lang="en-US"/>
        </a:p>
      </dgm:t>
    </dgm:pt>
    <dgm:pt modelId="{EECD8F52-A672-455E-B847-F87221ABF9DC}" type="sibTrans" cxnId="{73324CDB-9826-4698-A143-B2D1600EA4A4}">
      <dgm:prSet/>
      <dgm:spPr/>
      <dgm:t>
        <a:bodyPr/>
        <a:lstStyle/>
        <a:p>
          <a:endParaRPr lang="en-US"/>
        </a:p>
      </dgm:t>
    </dgm:pt>
    <dgm:pt modelId="{4D353C99-E240-4AF1-86A3-E521F9C5B282}">
      <dgm:prSet/>
      <dgm:spPr/>
      <dgm:t>
        <a:bodyPr/>
        <a:lstStyle/>
        <a:p>
          <a:pPr rtl="0"/>
          <a:r>
            <a:rPr lang="en-US" b="1" i="0" baseline="0" dirty="0" smtClean="0"/>
            <a:t>Deployment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Implement the model in a real-world environment.</a:t>
          </a:r>
          <a:endParaRPr lang="en-US" dirty="0"/>
        </a:p>
      </dgm:t>
    </dgm:pt>
    <dgm:pt modelId="{4169A551-D292-4979-9149-860C19556349}" type="parTrans" cxnId="{4D11EBFA-2145-4B5B-A5BB-F8D7C1D04C30}">
      <dgm:prSet/>
      <dgm:spPr/>
      <dgm:t>
        <a:bodyPr/>
        <a:lstStyle/>
        <a:p>
          <a:endParaRPr lang="en-US"/>
        </a:p>
      </dgm:t>
    </dgm:pt>
    <dgm:pt modelId="{88F2D1C6-FFAF-42A9-823C-F15960594025}" type="sibTrans" cxnId="{4D11EBFA-2145-4B5B-A5BB-F8D7C1D04C30}">
      <dgm:prSet/>
      <dgm:spPr/>
      <dgm:t>
        <a:bodyPr/>
        <a:lstStyle/>
        <a:p>
          <a:endParaRPr lang="en-US"/>
        </a:p>
      </dgm:t>
    </dgm:pt>
    <dgm:pt modelId="{AC63B627-0D52-4CD6-9C04-30E9731571EE}" type="pres">
      <dgm:prSet presAssocID="{24293848-DBB0-4000-A096-2439E6A3573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DD5E7A-C463-461E-BA6B-008A04FBF297}" type="pres">
      <dgm:prSet presAssocID="{56403DD3-4699-42FC-8DB1-7FEC2EDD3529}" presName="composite" presStyleCnt="0"/>
      <dgm:spPr/>
    </dgm:pt>
    <dgm:pt modelId="{0BCD7248-7B84-4A7F-A948-AE60EBD18B3C}" type="pres">
      <dgm:prSet presAssocID="{56403DD3-4699-42FC-8DB1-7FEC2EDD3529}" presName="imgShp" presStyleLbl="fgImgPlace1" presStyleIdx="0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20D8C15-CB7A-42C8-82E3-E5424FC3C69E}" type="pres">
      <dgm:prSet presAssocID="{56403DD3-4699-42FC-8DB1-7FEC2EDD3529}" presName="txShp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5CEA1B-011E-436E-BCA6-7F135E6B3583}" type="pres">
      <dgm:prSet presAssocID="{57A8A177-0994-4E9A-BFFD-5153B746ABE4}" presName="spacing" presStyleCnt="0"/>
      <dgm:spPr/>
    </dgm:pt>
    <dgm:pt modelId="{09F00FF2-1F66-456D-AE12-6DCBA8107675}" type="pres">
      <dgm:prSet presAssocID="{53BE6F37-B3A4-4B87-8336-F31C986A1819}" presName="composite" presStyleCnt="0"/>
      <dgm:spPr/>
    </dgm:pt>
    <dgm:pt modelId="{8DFEEBBE-A9E1-4593-8BB1-8968D1298429}" type="pres">
      <dgm:prSet presAssocID="{53BE6F37-B3A4-4B87-8336-F31C986A1819}" presName="imgShp" presStyleLbl="fgImgPlace1" presStyleIdx="1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4E2D9A7-6CD0-43CF-AB4B-BA400E43AD0E}" type="pres">
      <dgm:prSet presAssocID="{53BE6F37-B3A4-4B87-8336-F31C986A1819}" presName="txShp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F1CEC-4AB7-45A7-82CC-2420DEECF5E4}" type="pres">
      <dgm:prSet presAssocID="{F8595EF3-BF11-4888-B629-59A4CFC3B974}" presName="spacing" presStyleCnt="0"/>
      <dgm:spPr/>
    </dgm:pt>
    <dgm:pt modelId="{B8878E72-9C82-47E2-9E7A-6B6ADB0B7212}" type="pres">
      <dgm:prSet presAssocID="{B83AA95D-3207-4691-B154-01DAB42F1F62}" presName="composite" presStyleCnt="0"/>
      <dgm:spPr/>
    </dgm:pt>
    <dgm:pt modelId="{BB13BDD3-D98A-4822-B9EC-1BB0F71997AA}" type="pres">
      <dgm:prSet presAssocID="{B83AA95D-3207-4691-B154-01DAB42F1F62}" presName="imgShp" presStyleLbl="fgImgPlace1" presStyleIdx="2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2EC38173-8439-4113-9C4B-8CF9546634D0}" type="pres">
      <dgm:prSet presAssocID="{B83AA95D-3207-4691-B154-01DAB42F1F62}" presName="txShp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C7F4B-F9A5-4E1F-8C66-F2282650F4EF}" type="pres">
      <dgm:prSet presAssocID="{338AABAF-3B15-4F0F-AF49-59D74AC2D0ED}" presName="spacing" presStyleCnt="0"/>
      <dgm:spPr/>
    </dgm:pt>
    <dgm:pt modelId="{D74AAA3A-7D84-45B5-87FF-EF9347E1C9BF}" type="pres">
      <dgm:prSet presAssocID="{43193000-E61C-4950-A186-A13F06A1C23E}" presName="composite" presStyleCnt="0"/>
      <dgm:spPr/>
    </dgm:pt>
    <dgm:pt modelId="{30FBE14E-E12F-4259-BBCC-EEA5B7BDD601}" type="pres">
      <dgm:prSet presAssocID="{43193000-E61C-4950-A186-A13F06A1C23E}" presName="imgShp" presStyleLbl="fgImgPlace1" presStyleIdx="3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661226B-DC7A-4A0C-AB88-85C6EFF09560}" type="pres">
      <dgm:prSet presAssocID="{43193000-E61C-4950-A186-A13F06A1C23E}" presName="txShp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7432A-3AE0-4ECF-9F5C-F87571E4B081}" type="pres">
      <dgm:prSet presAssocID="{493576BA-5C21-40F3-B16F-C1F1E1752142}" presName="spacing" presStyleCnt="0"/>
      <dgm:spPr/>
    </dgm:pt>
    <dgm:pt modelId="{D3A56B46-B0A3-4283-88C2-D074BBD4F50C}" type="pres">
      <dgm:prSet presAssocID="{442546D3-997B-491D-BD56-FBBFC31DE3C3}" presName="composite" presStyleCnt="0"/>
      <dgm:spPr/>
    </dgm:pt>
    <dgm:pt modelId="{1C4ADCAE-1344-41F1-B42F-057D30145C55}" type="pres">
      <dgm:prSet presAssocID="{442546D3-997B-491D-BD56-FBBFC31DE3C3}" presName="imgShp" presStyleLbl="fgImgPlace1" presStyleIdx="4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E9571C2F-5614-41B2-8428-862A7884E731}" type="pres">
      <dgm:prSet presAssocID="{442546D3-997B-491D-BD56-FBBFC31DE3C3}" presName="txShp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90095B-6043-4FE2-B24F-6E2BA5C3D1A8}" type="pres">
      <dgm:prSet presAssocID="{EECD8F52-A672-455E-B847-F87221ABF9DC}" presName="spacing" presStyleCnt="0"/>
      <dgm:spPr/>
    </dgm:pt>
    <dgm:pt modelId="{09699AD9-4F74-49A9-850E-9A2B96FE47B2}" type="pres">
      <dgm:prSet presAssocID="{4D353C99-E240-4AF1-86A3-E521F9C5B282}" presName="composite" presStyleCnt="0"/>
      <dgm:spPr/>
    </dgm:pt>
    <dgm:pt modelId="{3E4C9D39-680A-4F87-8556-8BE0100CFB39}" type="pres">
      <dgm:prSet presAssocID="{4D353C99-E240-4AF1-86A3-E521F9C5B282}" presName="imgShp" presStyleLbl="fgImgPlace1" presStyleIdx="5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8F78612-4D3C-4958-B5DE-CD28C01D2987}" type="pres">
      <dgm:prSet presAssocID="{4D353C99-E240-4AF1-86A3-E521F9C5B282}" presName="txShp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99A6013-A12C-4D08-8A7D-B2A054C05309}" type="presOf" srcId="{53BE6F37-B3A4-4B87-8336-F31C986A1819}" destId="{04E2D9A7-6CD0-43CF-AB4B-BA400E43AD0E}" srcOrd="0" destOrd="0" presId="urn:microsoft.com/office/officeart/2005/8/layout/vList3"/>
    <dgm:cxn modelId="{4D579A1C-A033-4EA5-9174-991E2704BA50}" type="presOf" srcId="{B83AA95D-3207-4691-B154-01DAB42F1F62}" destId="{2EC38173-8439-4113-9C4B-8CF9546634D0}" srcOrd="0" destOrd="0" presId="urn:microsoft.com/office/officeart/2005/8/layout/vList3"/>
    <dgm:cxn modelId="{76F72EFC-DC97-4567-AEAA-27B965ADB336}" type="presOf" srcId="{56403DD3-4699-42FC-8DB1-7FEC2EDD3529}" destId="{020D8C15-CB7A-42C8-82E3-E5424FC3C69E}" srcOrd="0" destOrd="0" presId="urn:microsoft.com/office/officeart/2005/8/layout/vList3"/>
    <dgm:cxn modelId="{6323DAC1-1F20-4E4F-B147-7138E300DF0B}" type="presOf" srcId="{43193000-E61C-4950-A186-A13F06A1C23E}" destId="{B661226B-DC7A-4A0C-AB88-85C6EFF09560}" srcOrd="0" destOrd="0" presId="urn:microsoft.com/office/officeart/2005/8/layout/vList3"/>
    <dgm:cxn modelId="{96D3155A-F97C-4683-9948-0AA2EA67252F}" srcId="{24293848-DBB0-4000-A096-2439E6A35733}" destId="{53BE6F37-B3A4-4B87-8336-F31C986A1819}" srcOrd="1" destOrd="0" parTransId="{DE831223-DE1F-4238-A230-CC0F51919873}" sibTransId="{F8595EF3-BF11-4888-B629-59A4CFC3B974}"/>
    <dgm:cxn modelId="{6C817872-CD5A-49FF-B6F2-14B0BE3967E2}" type="presOf" srcId="{24293848-DBB0-4000-A096-2439E6A35733}" destId="{AC63B627-0D52-4CD6-9C04-30E9731571EE}" srcOrd="0" destOrd="0" presId="urn:microsoft.com/office/officeart/2005/8/layout/vList3"/>
    <dgm:cxn modelId="{4D3C26BC-4742-4954-BE97-8F50BD59F05A}" srcId="{24293848-DBB0-4000-A096-2439E6A35733}" destId="{56403DD3-4699-42FC-8DB1-7FEC2EDD3529}" srcOrd="0" destOrd="0" parTransId="{865B4D64-D049-4138-8ADB-5A3CF7101EA4}" sibTransId="{57A8A177-0994-4E9A-BFFD-5153B746ABE4}"/>
    <dgm:cxn modelId="{4D11EBFA-2145-4B5B-A5BB-F8D7C1D04C30}" srcId="{24293848-DBB0-4000-A096-2439E6A35733}" destId="{4D353C99-E240-4AF1-86A3-E521F9C5B282}" srcOrd="5" destOrd="0" parTransId="{4169A551-D292-4979-9149-860C19556349}" sibTransId="{88F2D1C6-FFAF-42A9-823C-F15960594025}"/>
    <dgm:cxn modelId="{1AAE2A86-37D2-4439-AC05-926D5A728EBE}" type="presOf" srcId="{442546D3-997B-491D-BD56-FBBFC31DE3C3}" destId="{E9571C2F-5614-41B2-8428-862A7884E731}" srcOrd="0" destOrd="0" presId="urn:microsoft.com/office/officeart/2005/8/layout/vList3"/>
    <dgm:cxn modelId="{E040D28F-BC41-47AE-8835-A0450A73CA86}" srcId="{24293848-DBB0-4000-A096-2439E6A35733}" destId="{43193000-E61C-4950-A186-A13F06A1C23E}" srcOrd="3" destOrd="0" parTransId="{93F23939-03B8-404A-AB1D-EAB19D70C21A}" sibTransId="{493576BA-5C21-40F3-B16F-C1F1E1752142}"/>
    <dgm:cxn modelId="{E0A631BB-AB4D-47AE-9799-6F9E506B89EF}" type="presOf" srcId="{4D353C99-E240-4AF1-86A3-E521F9C5B282}" destId="{B8F78612-4D3C-4958-B5DE-CD28C01D2987}" srcOrd="0" destOrd="0" presId="urn:microsoft.com/office/officeart/2005/8/layout/vList3"/>
    <dgm:cxn modelId="{73324CDB-9826-4698-A143-B2D1600EA4A4}" srcId="{24293848-DBB0-4000-A096-2439E6A35733}" destId="{442546D3-997B-491D-BD56-FBBFC31DE3C3}" srcOrd="4" destOrd="0" parTransId="{57BCA997-29DE-4AD9-A939-6449ADA880BF}" sibTransId="{EECD8F52-A672-455E-B847-F87221ABF9DC}"/>
    <dgm:cxn modelId="{E56C10B4-D2BD-4E73-B83F-97432B40C3AA}" srcId="{24293848-DBB0-4000-A096-2439E6A35733}" destId="{B83AA95D-3207-4691-B154-01DAB42F1F62}" srcOrd="2" destOrd="0" parTransId="{EC843141-B3E3-43B8-BFEE-53CAC01DCE14}" sibTransId="{338AABAF-3B15-4F0F-AF49-59D74AC2D0ED}"/>
    <dgm:cxn modelId="{1B176FB5-DB9A-4E3E-A7D7-866936A559BC}" type="presParOf" srcId="{AC63B627-0D52-4CD6-9C04-30E9731571EE}" destId="{46DD5E7A-C463-461E-BA6B-008A04FBF297}" srcOrd="0" destOrd="0" presId="urn:microsoft.com/office/officeart/2005/8/layout/vList3"/>
    <dgm:cxn modelId="{C1EA1D3A-C92C-4F1F-AED8-AB3684197BDA}" type="presParOf" srcId="{46DD5E7A-C463-461E-BA6B-008A04FBF297}" destId="{0BCD7248-7B84-4A7F-A948-AE60EBD18B3C}" srcOrd="0" destOrd="0" presId="urn:microsoft.com/office/officeart/2005/8/layout/vList3"/>
    <dgm:cxn modelId="{81BF1536-6BFE-4AC8-B44B-6D6C2297ED97}" type="presParOf" srcId="{46DD5E7A-C463-461E-BA6B-008A04FBF297}" destId="{020D8C15-CB7A-42C8-82E3-E5424FC3C69E}" srcOrd="1" destOrd="0" presId="urn:microsoft.com/office/officeart/2005/8/layout/vList3"/>
    <dgm:cxn modelId="{2355CA31-730E-4500-9D5F-A2C0793504C0}" type="presParOf" srcId="{AC63B627-0D52-4CD6-9C04-30E9731571EE}" destId="{005CEA1B-011E-436E-BCA6-7F135E6B3583}" srcOrd="1" destOrd="0" presId="urn:microsoft.com/office/officeart/2005/8/layout/vList3"/>
    <dgm:cxn modelId="{40DE1610-60DB-4C56-A916-A3D48E4A89B9}" type="presParOf" srcId="{AC63B627-0D52-4CD6-9C04-30E9731571EE}" destId="{09F00FF2-1F66-456D-AE12-6DCBA8107675}" srcOrd="2" destOrd="0" presId="urn:microsoft.com/office/officeart/2005/8/layout/vList3"/>
    <dgm:cxn modelId="{8645C53D-8C0D-4EC8-A7B1-FF3F9794CABF}" type="presParOf" srcId="{09F00FF2-1F66-456D-AE12-6DCBA8107675}" destId="{8DFEEBBE-A9E1-4593-8BB1-8968D1298429}" srcOrd="0" destOrd="0" presId="urn:microsoft.com/office/officeart/2005/8/layout/vList3"/>
    <dgm:cxn modelId="{8348CF4F-BFA2-48CA-BCB7-8E41FF4CF8E0}" type="presParOf" srcId="{09F00FF2-1F66-456D-AE12-6DCBA8107675}" destId="{04E2D9A7-6CD0-43CF-AB4B-BA400E43AD0E}" srcOrd="1" destOrd="0" presId="urn:microsoft.com/office/officeart/2005/8/layout/vList3"/>
    <dgm:cxn modelId="{76610B72-7A03-4591-8641-DA36EF9930FF}" type="presParOf" srcId="{AC63B627-0D52-4CD6-9C04-30E9731571EE}" destId="{6D1F1CEC-4AB7-45A7-82CC-2420DEECF5E4}" srcOrd="3" destOrd="0" presId="urn:microsoft.com/office/officeart/2005/8/layout/vList3"/>
    <dgm:cxn modelId="{DF25F905-438A-4FBB-837A-3DAC7558AD06}" type="presParOf" srcId="{AC63B627-0D52-4CD6-9C04-30E9731571EE}" destId="{B8878E72-9C82-47E2-9E7A-6B6ADB0B7212}" srcOrd="4" destOrd="0" presId="urn:microsoft.com/office/officeart/2005/8/layout/vList3"/>
    <dgm:cxn modelId="{431C4934-A23F-4D29-AAE2-DDF649745AB4}" type="presParOf" srcId="{B8878E72-9C82-47E2-9E7A-6B6ADB0B7212}" destId="{BB13BDD3-D98A-4822-B9EC-1BB0F71997AA}" srcOrd="0" destOrd="0" presId="urn:microsoft.com/office/officeart/2005/8/layout/vList3"/>
    <dgm:cxn modelId="{7DB2744B-4D50-43C2-9607-CFDD444F3D74}" type="presParOf" srcId="{B8878E72-9C82-47E2-9E7A-6B6ADB0B7212}" destId="{2EC38173-8439-4113-9C4B-8CF9546634D0}" srcOrd="1" destOrd="0" presId="urn:microsoft.com/office/officeart/2005/8/layout/vList3"/>
    <dgm:cxn modelId="{D244F020-F21F-4D6A-8536-B77E920C61A0}" type="presParOf" srcId="{AC63B627-0D52-4CD6-9C04-30E9731571EE}" destId="{208C7F4B-F9A5-4E1F-8C66-F2282650F4EF}" srcOrd="5" destOrd="0" presId="urn:microsoft.com/office/officeart/2005/8/layout/vList3"/>
    <dgm:cxn modelId="{3070ED58-5BB4-4161-8313-EC7B960F96CE}" type="presParOf" srcId="{AC63B627-0D52-4CD6-9C04-30E9731571EE}" destId="{D74AAA3A-7D84-45B5-87FF-EF9347E1C9BF}" srcOrd="6" destOrd="0" presId="urn:microsoft.com/office/officeart/2005/8/layout/vList3"/>
    <dgm:cxn modelId="{F75A8EA7-2FD0-439E-B66D-38D52A0F2819}" type="presParOf" srcId="{D74AAA3A-7D84-45B5-87FF-EF9347E1C9BF}" destId="{30FBE14E-E12F-4259-BBCC-EEA5B7BDD601}" srcOrd="0" destOrd="0" presId="urn:microsoft.com/office/officeart/2005/8/layout/vList3"/>
    <dgm:cxn modelId="{561A2469-8DA4-4CE7-BB7C-C0039CCD6879}" type="presParOf" srcId="{D74AAA3A-7D84-45B5-87FF-EF9347E1C9BF}" destId="{B661226B-DC7A-4A0C-AB88-85C6EFF09560}" srcOrd="1" destOrd="0" presId="urn:microsoft.com/office/officeart/2005/8/layout/vList3"/>
    <dgm:cxn modelId="{847844CD-3B77-403F-AD2D-334D9B1699F9}" type="presParOf" srcId="{AC63B627-0D52-4CD6-9C04-30E9731571EE}" destId="{A427432A-3AE0-4ECF-9F5C-F87571E4B081}" srcOrd="7" destOrd="0" presId="urn:microsoft.com/office/officeart/2005/8/layout/vList3"/>
    <dgm:cxn modelId="{52FED13C-61BD-4402-8FD3-D27F76A5E251}" type="presParOf" srcId="{AC63B627-0D52-4CD6-9C04-30E9731571EE}" destId="{D3A56B46-B0A3-4283-88C2-D074BBD4F50C}" srcOrd="8" destOrd="0" presId="urn:microsoft.com/office/officeart/2005/8/layout/vList3"/>
    <dgm:cxn modelId="{C9971E8B-EA7D-49D7-A210-90D4E454C1D3}" type="presParOf" srcId="{D3A56B46-B0A3-4283-88C2-D074BBD4F50C}" destId="{1C4ADCAE-1344-41F1-B42F-057D30145C55}" srcOrd="0" destOrd="0" presId="urn:microsoft.com/office/officeart/2005/8/layout/vList3"/>
    <dgm:cxn modelId="{25DEA8F6-85A9-4514-BF75-CE7263B1B2D3}" type="presParOf" srcId="{D3A56B46-B0A3-4283-88C2-D074BBD4F50C}" destId="{E9571C2F-5614-41B2-8428-862A7884E731}" srcOrd="1" destOrd="0" presId="urn:microsoft.com/office/officeart/2005/8/layout/vList3"/>
    <dgm:cxn modelId="{C694EE99-4D72-4BCF-9E0C-7F08F8881E99}" type="presParOf" srcId="{AC63B627-0D52-4CD6-9C04-30E9731571EE}" destId="{2890095B-6043-4FE2-B24F-6E2BA5C3D1A8}" srcOrd="9" destOrd="0" presId="urn:microsoft.com/office/officeart/2005/8/layout/vList3"/>
    <dgm:cxn modelId="{947DCC08-B56C-46BF-B8C4-95E6F594F9C1}" type="presParOf" srcId="{AC63B627-0D52-4CD6-9C04-30E9731571EE}" destId="{09699AD9-4F74-49A9-850E-9A2B96FE47B2}" srcOrd="10" destOrd="0" presId="urn:microsoft.com/office/officeart/2005/8/layout/vList3"/>
    <dgm:cxn modelId="{3970EB4F-6C08-4A37-94EA-6C6E74A530C9}" type="presParOf" srcId="{09699AD9-4F74-49A9-850E-9A2B96FE47B2}" destId="{3E4C9D39-680A-4F87-8556-8BE0100CFB39}" srcOrd="0" destOrd="0" presId="urn:microsoft.com/office/officeart/2005/8/layout/vList3"/>
    <dgm:cxn modelId="{97AC1B62-D3F1-400B-B5BA-BE0CECDA346D}" type="presParOf" srcId="{09699AD9-4F74-49A9-850E-9A2B96FE47B2}" destId="{B8F78612-4D3C-4958-B5DE-CD28C01D298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293848-DBB0-4000-A096-2439E6A35733}" type="doc">
      <dgm:prSet loTypeId="urn:microsoft.com/office/officeart/2005/8/layout/vList3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6403DD3-4699-42FC-8DB1-7FEC2EDD3529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Classification</a:t>
          </a:r>
          <a:r>
            <a:rPr lang="en-US" b="0" i="0" baseline="0" dirty="0" smtClean="0"/>
            <a:t> : Predicting discrete output values using input variables </a:t>
          </a:r>
          <a:r>
            <a:rPr lang="en-US" b="0" i="1" baseline="0" dirty="0" smtClean="0"/>
            <a:t>.</a:t>
          </a:r>
          <a:endParaRPr lang="en-US" b="1" i="0" baseline="0" dirty="0"/>
        </a:p>
      </dgm:t>
    </dgm:pt>
    <dgm:pt modelId="{865B4D64-D049-4138-8ADB-5A3CF7101EA4}" type="parTrans" cxnId="{4D3C26BC-4742-4954-BE97-8F50BD59F05A}">
      <dgm:prSet/>
      <dgm:spPr/>
      <dgm:t>
        <a:bodyPr/>
        <a:lstStyle/>
        <a:p>
          <a:endParaRPr lang="en-US"/>
        </a:p>
      </dgm:t>
    </dgm:pt>
    <dgm:pt modelId="{57A8A177-0994-4E9A-BFFD-5153B746ABE4}" type="sibTrans" cxnId="{4D3C26BC-4742-4954-BE97-8F50BD59F05A}">
      <dgm:prSet/>
      <dgm:spPr/>
      <dgm:t>
        <a:bodyPr/>
        <a:lstStyle/>
        <a:p>
          <a:endParaRPr lang="en-US"/>
        </a:p>
      </dgm:t>
    </dgm:pt>
    <dgm:pt modelId="{53BE6F37-B3A4-4B87-8336-F31C986A1819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Clustering</a:t>
          </a:r>
          <a:r>
            <a:rPr lang="en-US" b="0" i="0" baseline="0" dirty="0" smtClean="0"/>
            <a:t> : Creating subgroups based of common shared features     </a:t>
          </a:r>
          <a:r>
            <a:rPr lang="en-US" b="0" i="1" baseline="0" dirty="0" smtClean="0"/>
            <a:t>.</a:t>
          </a:r>
          <a:endParaRPr lang="en-US" dirty="0"/>
        </a:p>
      </dgm:t>
    </dgm:pt>
    <dgm:pt modelId="{DE831223-DE1F-4238-A230-CC0F51919873}" type="parTrans" cxnId="{96D3155A-F97C-4683-9948-0AA2EA67252F}">
      <dgm:prSet/>
      <dgm:spPr/>
      <dgm:t>
        <a:bodyPr/>
        <a:lstStyle/>
        <a:p>
          <a:endParaRPr lang="en-US"/>
        </a:p>
      </dgm:t>
    </dgm:pt>
    <dgm:pt modelId="{F8595EF3-BF11-4888-B629-59A4CFC3B974}" type="sibTrans" cxnId="{96D3155A-F97C-4683-9948-0AA2EA67252F}">
      <dgm:prSet/>
      <dgm:spPr/>
      <dgm:t>
        <a:bodyPr/>
        <a:lstStyle/>
        <a:p>
          <a:endParaRPr lang="en-US"/>
        </a:p>
      </dgm:t>
    </dgm:pt>
    <dgm:pt modelId="{B83AA95D-3207-4691-B154-01DAB42F1F62}">
      <dgm:prSet/>
      <dgm:spPr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Regression</a:t>
          </a:r>
          <a:r>
            <a:rPr lang="en-US" b="0" i="0" baseline="0" dirty="0" smtClean="0"/>
            <a:t> : Predicting continues output using input variables             </a:t>
          </a:r>
          <a:r>
            <a:rPr lang="en-US" b="0" i="1" u="sng" baseline="0" dirty="0" smtClean="0"/>
            <a:t>.</a:t>
          </a:r>
          <a:endParaRPr lang="en-US" dirty="0"/>
        </a:p>
      </dgm:t>
    </dgm:pt>
    <dgm:pt modelId="{EC843141-B3E3-43B8-BFEE-53CAC01DCE14}" type="parTrans" cxnId="{E56C10B4-D2BD-4E73-B83F-97432B40C3AA}">
      <dgm:prSet/>
      <dgm:spPr/>
      <dgm:t>
        <a:bodyPr/>
        <a:lstStyle/>
        <a:p>
          <a:endParaRPr lang="en-US"/>
        </a:p>
      </dgm:t>
    </dgm:pt>
    <dgm:pt modelId="{338AABAF-3B15-4F0F-AF49-59D74AC2D0ED}" type="sibTrans" cxnId="{E56C10B4-D2BD-4E73-B83F-97432B40C3AA}">
      <dgm:prSet/>
      <dgm:spPr/>
      <dgm:t>
        <a:bodyPr/>
        <a:lstStyle/>
        <a:p>
          <a:endParaRPr lang="en-US"/>
        </a:p>
      </dgm:t>
    </dgm:pt>
    <dgm:pt modelId="{43193000-E61C-4950-A186-A13F06A1C23E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For casting </a:t>
          </a:r>
          <a:r>
            <a:rPr lang="en-US" b="0" i="0" baseline="0" dirty="0" smtClean="0"/>
            <a:t>: This is a time – indexed prediction                                       </a:t>
          </a:r>
          <a:r>
            <a:rPr lang="en-US" b="0" i="1" baseline="0" dirty="0" smtClean="0"/>
            <a:t>.</a:t>
          </a:r>
          <a:endParaRPr lang="en-US" dirty="0"/>
        </a:p>
      </dgm:t>
    </dgm:pt>
    <dgm:pt modelId="{93F23939-03B8-404A-AB1D-EAB19D70C21A}" type="parTrans" cxnId="{E040D28F-BC41-47AE-8835-A0450A73CA86}">
      <dgm:prSet/>
      <dgm:spPr/>
      <dgm:t>
        <a:bodyPr/>
        <a:lstStyle/>
        <a:p>
          <a:endParaRPr lang="en-US"/>
        </a:p>
      </dgm:t>
    </dgm:pt>
    <dgm:pt modelId="{493576BA-5C21-40F3-B16F-C1F1E1752142}" type="sibTrans" cxnId="{E040D28F-BC41-47AE-8835-A0450A73CA86}">
      <dgm:prSet/>
      <dgm:spPr/>
      <dgm:t>
        <a:bodyPr/>
        <a:lstStyle/>
        <a:p>
          <a:endParaRPr lang="en-US"/>
        </a:p>
      </dgm:t>
    </dgm:pt>
    <dgm:pt modelId="{442546D3-997B-491D-BD56-FBBFC31DE3C3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Recommendation</a:t>
          </a:r>
          <a:r>
            <a:rPr lang="en-US" b="0" i="0" baseline="0" dirty="0" smtClean="0"/>
            <a:t> : making an offer based on receiver’s preference</a:t>
          </a:r>
          <a:r>
            <a:rPr lang="en-US" b="0" i="1" baseline="0" dirty="0" smtClean="0"/>
            <a:t>.</a:t>
          </a:r>
          <a:endParaRPr lang="en-US" dirty="0"/>
        </a:p>
      </dgm:t>
    </dgm:pt>
    <dgm:pt modelId="{57BCA997-29DE-4AD9-A939-6449ADA880BF}" type="parTrans" cxnId="{73324CDB-9826-4698-A143-B2D1600EA4A4}">
      <dgm:prSet/>
      <dgm:spPr/>
      <dgm:t>
        <a:bodyPr/>
        <a:lstStyle/>
        <a:p>
          <a:endParaRPr lang="en-US"/>
        </a:p>
      </dgm:t>
    </dgm:pt>
    <dgm:pt modelId="{EECD8F52-A672-455E-B847-F87221ABF9DC}" type="sibTrans" cxnId="{73324CDB-9826-4698-A143-B2D1600EA4A4}">
      <dgm:prSet/>
      <dgm:spPr/>
      <dgm:t>
        <a:bodyPr/>
        <a:lstStyle/>
        <a:p>
          <a:endParaRPr lang="en-US"/>
        </a:p>
      </dgm:t>
    </dgm:pt>
    <dgm:pt modelId="{AC63B627-0D52-4CD6-9C04-30E9731571EE}" type="pres">
      <dgm:prSet presAssocID="{24293848-DBB0-4000-A096-2439E6A3573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DD5E7A-C463-461E-BA6B-008A04FBF297}" type="pres">
      <dgm:prSet presAssocID="{56403DD3-4699-42FC-8DB1-7FEC2EDD3529}" presName="composite" presStyleCnt="0"/>
      <dgm:spPr/>
    </dgm:pt>
    <dgm:pt modelId="{0BCD7248-7B84-4A7F-A948-AE60EBD18B3C}" type="pres">
      <dgm:prSet presAssocID="{56403DD3-4699-42FC-8DB1-7FEC2EDD3529}" presName="imgShp" presStyleLbl="fgImgPlace1" presStyleIdx="0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20D8C15-CB7A-42C8-82E3-E5424FC3C69E}" type="pres">
      <dgm:prSet presAssocID="{56403DD3-4699-42FC-8DB1-7FEC2EDD352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5CEA1B-011E-436E-BCA6-7F135E6B3583}" type="pres">
      <dgm:prSet presAssocID="{57A8A177-0994-4E9A-BFFD-5153B746ABE4}" presName="spacing" presStyleCnt="0"/>
      <dgm:spPr/>
    </dgm:pt>
    <dgm:pt modelId="{09F00FF2-1F66-456D-AE12-6DCBA8107675}" type="pres">
      <dgm:prSet presAssocID="{53BE6F37-B3A4-4B87-8336-F31C986A1819}" presName="composite" presStyleCnt="0"/>
      <dgm:spPr/>
    </dgm:pt>
    <dgm:pt modelId="{8DFEEBBE-A9E1-4593-8BB1-8968D1298429}" type="pres">
      <dgm:prSet presAssocID="{53BE6F37-B3A4-4B87-8336-F31C986A1819}" presName="imgShp" presStyleLbl="fgImgPlace1" presStyleIdx="1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4E2D9A7-6CD0-43CF-AB4B-BA400E43AD0E}" type="pres">
      <dgm:prSet presAssocID="{53BE6F37-B3A4-4B87-8336-F31C986A1819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F1CEC-4AB7-45A7-82CC-2420DEECF5E4}" type="pres">
      <dgm:prSet presAssocID="{F8595EF3-BF11-4888-B629-59A4CFC3B974}" presName="spacing" presStyleCnt="0"/>
      <dgm:spPr/>
    </dgm:pt>
    <dgm:pt modelId="{B8878E72-9C82-47E2-9E7A-6B6ADB0B7212}" type="pres">
      <dgm:prSet presAssocID="{B83AA95D-3207-4691-B154-01DAB42F1F62}" presName="composite" presStyleCnt="0"/>
      <dgm:spPr/>
    </dgm:pt>
    <dgm:pt modelId="{BB13BDD3-D98A-4822-B9EC-1BB0F71997AA}" type="pres">
      <dgm:prSet presAssocID="{B83AA95D-3207-4691-B154-01DAB42F1F62}" presName="imgShp" presStyleLbl="fgImgPlace1" presStyleIdx="2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2EC38173-8439-4113-9C4B-8CF9546634D0}" type="pres">
      <dgm:prSet presAssocID="{B83AA95D-3207-4691-B154-01DAB42F1F62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C7F4B-F9A5-4E1F-8C66-F2282650F4EF}" type="pres">
      <dgm:prSet presAssocID="{338AABAF-3B15-4F0F-AF49-59D74AC2D0ED}" presName="spacing" presStyleCnt="0"/>
      <dgm:spPr/>
    </dgm:pt>
    <dgm:pt modelId="{D74AAA3A-7D84-45B5-87FF-EF9347E1C9BF}" type="pres">
      <dgm:prSet presAssocID="{43193000-E61C-4950-A186-A13F06A1C23E}" presName="composite" presStyleCnt="0"/>
      <dgm:spPr/>
    </dgm:pt>
    <dgm:pt modelId="{30FBE14E-E12F-4259-BBCC-EEA5B7BDD601}" type="pres">
      <dgm:prSet presAssocID="{43193000-E61C-4950-A186-A13F06A1C23E}" presName="imgShp" presStyleLbl="fgImgPlace1" presStyleIdx="3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661226B-DC7A-4A0C-AB88-85C6EFF09560}" type="pres">
      <dgm:prSet presAssocID="{43193000-E61C-4950-A186-A13F06A1C23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7432A-3AE0-4ECF-9F5C-F87571E4B081}" type="pres">
      <dgm:prSet presAssocID="{493576BA-5C21-40F3-B16F-C1F1E1752142}" presName="spacing" presStyleCnt="0"/>
      <dgm:spPr/>
    </dgm:pt>
    <dgm:pt modelId="{D3A56B46-B0A3-4283-88C2-D074BBD4F50C}" type="pres">
      <dgm:prSet presAssocID="{442546D3-997B-491D-BD56-FBBFC31DE3C3}" presName="composite" presStyleCnt="0"/>
      <dgm:spPr/>
    </dgm:pt>
    <dgm:pt modelId="{1C4ADCAE-1344-41F1-B42F-057D30145C55}" type="pres">
      <dgm:prSet presAssocID="{442546D3-997B-491D-BD56-FBBFC31DE3C3}" presName="imgShp" presStyleLbl="fgImgPlace1" presStyleIdx="4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E9571C2F-5614-41B2-8428-862A7884E731}" type="pres">
      <dgm:prSet presAssocID="{442546D3-997B-491D-BD56-FBBFC31DE3C3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289D08-7D61-4943-BFC4-D63C88C6E6C7}" type="presOf" srcId="{56403DD3-4699-42FC-8DB1-7FEC2EDD3529}" destId="{020D8C15-CB7A-42C8-82E3-E5424FC3C69E}" srcOrd="0" destOrd="0" presId="urn:microsoft.com/office/officeart/2005/8/layout/vList3"/>
    <dgm:cxn modelId="{856E37DA-BCE9-4213-A3C1-CDE7122A5DA6}" type="presOf" srcId="{43193000-E61C-4950-A186-A13F06A1C23E}" destId="{B661226B-DC7A-4A0C-AB88-85C6EFF09560}" srcOrd="0" destOrd="0" presId="urn:microsoft.com/office/officeart/2005/8/layout/vList3"/>
    <dgm:cxn modelId="{D2034C6A-7B56-4696-A149-8D644994941B}" type="presOf" srcId="{442546D3-997B-491D-BD56-FBBFC31DE3C3}" destId="{E9571C2F-5614-41B2-8428-862A7884E731}" srcOrd="0" destOrd="0" presId="urn:microsoft.com/office/officeart/2005/8/layout/vList3"/>
    <dgm:cxn modelId="{12C472C7-1489-4CF7-93FF-BD4F6F2A9AA9}" type="presOf" srcId="{B83AA95D-3207-4691-B154-01DAB42F1F62}" destId="{2EC38173-8439-4113-9C4B-8CF9546634D0}" srcOrd="0" destOrd="0" presId="urn:microsoft.com/office/officeart/2005/8/layout/vList3"/>
    <dgm:cxn modelId="{CF59041E-1943-414F-809C-15E3102CC7E0}" type="presOf" srcId="{24293848-DBB0-4000-A096-2439E6A35733}" destId="{AC63B627-0D52-4CD6-9C04-30E9731571EE}" srcOrd="0" destOrd="0" presId="urn:microsoft.com/office/officeart/2005/8/layout/vList3"/>
    <dgm:cxn modelId="{73324CDB-9826-4698-A143-B2D1600EA4A4}" srcId="{24293848-DBB0-4000-A096-2439E6A35733}" destId="{442546D3-997B-491D-BD56-FBBFC31DE3C3}" srcOrd="4" destOrd="0" parTransId="{57BCA997-29DE-4AD9-A939-6449ADA880BF}" sibTransId="{EECD8F52-A672-455E-B847-F87221ABF9DC}"/>
    <dgm:cxn modelId="{E040D28F-BC41-47AE-8835-A0450A73CA86}" srcId="{24293848-DBB0-4000-A096-2439E6A35733}" destId="{43193000-E61C-4950-A186-A13F06A1C23E}" srcOrd="3" destOrd="0" parTransId="{93F23939-03B8-404A-AB1D-EAB19D70C21A}" sibTransId="{493576BA-5C21-40F3-B16F-C1F1E1752142}"/>
    <dgm:cxn modelId="{96D3155A-F97C-4683-9948-0AA2EA67252F}" srcId="{24293848-DBB0-4000-A096-2439E6A35733}" destId="{53BE6F37-B3A4-4B87-8336-F31C986A1819}" srcOrd="1" destOrd="0" parTransId="{DE831223-DE1F-4238-A230-CC0F51919873}" sibTransId="{F8595EF3-BF11-4888-B629-59A4CFC3B974}"/>
    <dgm:cxn modelId="{4D3C26BC-4742-4954-BE97-8F50BD59F05A}" srcId="{24293848-DBB0-4000-A096-2439E6A35733}" destId="{56403DD3-4699-42FC-8DB1-7FEC2EDD3529}" srcOrd="0" destOrd="0" parTransId="{865B4D64-D049-4138-8ADB-5A3CF7101EA4}" sibTransId="{57A8A177-0994-4E9A-BFFD-5153B746ABE4}"/>
    <dgm:cxn modelId="{20991B50-C84D-484F-AF19-AF85659DABE2}" type="presOf" srcId="{53BE6F37-B3A4-4B87-8336-F31C986A1819}" destId="{04E2D9A7-6CD0-43CF-AB4B-BA400E43AD0E}" srcOrd="0" destOrd="0" presId="urn:microsoft.com/office/officeart/2005/8/layout/vList3"/>
    <dgm:cxn modelId="{E56C10B4-D2BD-4E73-B83F-97432B40C3AA}" srcId="{24293848-DBB0-4000-A096-2439E6A35733}" destId="{B83AA95D-3207-4691-B154-01DAB42F1F62}" srcOrd="2" destOrd="0" parTransId="{EC843141-B3E3-43B8-BFEE-53CAC01DCE14}" sibTransId="{338AABAF-3B15-4F0F-AF49-59D74AC2D0ED}"/>
    <dgm:cxn modelId="{6553D93D-144E-47C7-B2C4-B026C7563377}" type="presParOf" srcId="{AC63B627-0D52-4CD6-9C04-30E9731571EE}" destId="{46DD5E7A-C463-461E-BA6B-008A04FBF297}" srcOrd="0" destOrd="0" presId="urn:microsoft.com/office/officeart/2005/8/layout/vList3"/>
    <dgm:cxn modelId="{71970734-E0D2-4FBB-B862-2AC39FED46D2}" type="presParOf" srcId="{46DD5E7A-C463-461E-BA6B-008A04FBF297}" destId="{0BCD7248-7B84-4A7F-A948-AE60EBD18B3C}" srcOrd="0" destOrd="0" presId="urn:microsoft.com/office/officeart/2005/8/layout/vList3"/>
    <dgm:cxn modelId="{65BB036B-FB5C-4C07-BED4-EC2BA6ECBE5B}" type="presParOf" srcId="{46DD5E7A-C463-461E-BA6B-008A04FBF297}" destId="{020D8C15-CB7A-42C8-82E3-E5424FC3C69E}" srcOrd="1" destOrd="0" presId="urn:microsoft.com/office/officeart/2005/8/layout/vList3"/>
    <dgm:cxn modelId="{E0683579-DFD5-471E-910A-0C4C080A7F21}" type="presParOf" srcId="{AC63B627-0D52-4CD6-9C04-30E9731571EE}" destId="{005CEA1B-011E-436E-BCA6-7F135E6B3583}" srcOrd="1" destOrd="0" presId="urn:microsoft.com/office/officeart/2005/8/layout/vList3"/>
    <dgm:cxn modelId="{F477770B-FEAB-44CE-8F07-F8502C484663}" type="presParOf" srcId="{AC63B627-0D52-4CD6-9C04-30E9731571EE}" destId="{09F00FF2-1F66-456D-AE12-6DCBA8107675}" srcOrd="2" destOrd="0" presId="urn:microsoft.com/office/officeart/2005/8/layout/vList3"/>
    <dgm:cxn modelId="{1E914F1B-3CF4-4964-BC24-24EAD1303B53}" type="presParOf" srcId="{09F00FF2-1F66-456D-AE12-6DCBA8107675}" destId="{8DFEEBBE-A9E1-4593-8BB1-8968D1298429}" srcOrd="0" destOrd="0" presId="urn:microsoft.com/office/officeart/2005/8/layout/vList3"/>
    <dgm:cxn modelId="{6F2F1520-719E-44DE-A065-DE822D35E05D}" type="presParOf" srcId="{09F00FF2-1F66-456D-AE12-6DCBA8107675}" destId="{04E2D9A7-6CD0-43CF-AB4B-BA400E43AD0E}" srcOrd="1" destOrd="0" presId="urn:microsoft.com/office/officeart/2005/8/layout/vList3"/>
    <dgm:cxn modelId="{6FDD265B-F9E7-4CDD-B755-9DA76728D007}" type="presParOf" srcId="{AC63B627-0D52-4CD6-9C04-30E9731571EE}" destId="{6D1F1CEC-4AB7-45A7-82CC-2420DEECF5E4}" srcOrd="3" destOrd="0" presId="urn:microsoft.com/office/officeart/2005/8/layout/vList3"/>
    <dgm:cxn modelId="{2FEFE85E-F1E7-42A9-9612-2CB85A45872D}" type="presParOf" srcId="{AC63B627-0D52-4CD6-9C04-30E9731571EE}" destId="{B8878E72-9C82-47E2-9E7A-6B6ADB0B7212}" srcOrd="4" destOrd="0" presId="urn:microsoft.com/office/officeart/2005/8/layout/vList3"/>
    <dgm:cxn modelId="{5A6C91E6-D27E-41E8-AA73-F220D7A5AB48}" type="presParOf" srcId="{B8878E72-9C82-47E2-9E7A-6B6ADB0B7212}" destId="{BB13BDD3-D98A-4822-B9EC-1BB0F71997AA}" srcOrd="0" destOrd="0" presId="urn:microsoft.com/office/officeart/2005/8/layout/vList3"/>
    <dgm:cxn modelId="{7C7B5C94-CD69-4D8D-8552-0B02FB4D3CCA}" type="presParOf" srcId="{B8878E72-9C82-47E2-9E7A-6B6ADB0B7212}" destId="{2EC38173-8439-4113-9C4B-8CF9546634D0}" srcOrd="1" destOrd="0" presId="urn:microsoft.com/office/officeart/2005/8/layout/vList3"/>
    <dgm:cxn modelId="{E8B9FE2C-3691-46B6-AA17-EE11617EEB64}" type="presParOf" srcId="{AC63B627-0D52-4CD6-9C04-30E9731571EE}" destId="{208C7F4B-F9A5-4E1F-8C66-F2282650F4EF}" srcOrd="5" destOrd="0" presId="urn:microsoft.com/office/officeart/2005/8/layout/vList3"/>
    <dgm:cxn modelId="{D7A0E688-8BC7-4AC4-85E3-42E8BC9ADA05}" type="presParOf" srcId="{AC63B627-0D52-4CD6-9C04-30E9731571EE}" destId="{D74AAA3A-7D84-45B5-87FF-EF9347E1C9BF}" srcOrd="6" destOrd="0" presId="urn:microsoft.com/office/officeart/2005/8/layout/vList3"/>
    <dgm:cxn modelId="{AF8948F1-929D-4555-B8F8-4267590D2139}" type="presParOf" srcId="{D74AAA3A-7D84-45B5-87FF-EF9347E1C9BF}" destId="{30FBE14E-E12F-4259-BBCC-EEA5B7BDD601}" srcOrd="0" destOrd="0" presId="urn:microsoft.com/office/officeart/2005/8/layout/vList3"/>
    <dgm:cxn modelId="{C22E7C48-66D9-4743-8295-34A261D5EAD9}" type="presParOf" srcId="{D74AAA3A-7D84-45B5-87FF-EF9347E1C9BF}" destId="{B661226B-DC7A-4A0C-AB88-85C6EFF09560}" srcOrd="1" destOrd="0" presId="urn:microsoft.com/office/officeart/2005/8/layout/vList3"/>
    <dgm:cxn modelId="{9511FD8F-1EF3-4166-A745-11018B1276FB}" type="presParOf" srcId="{AC63B627-0D52-4CD6-9C04-30E9731571EE}" destId="{A427432A-3AE0-4ECF-9F5C-F87571E4B081}" srcOrd="7" destOrd="0" presId="urn:microsoft.com/office/officeart/2005/8/layout/vList3"/>
    <dgm:cxn modelId="{CEA9143F-9719-434F-B87D-DD2BA56D6A3C}" type="presParOf" srcId="{AC63B627-0D52-4CD6-9C04-30E9731571EE}" destId="{D3A56B46-B0A3-4283-88C2-D074BBD4F50C}" srcOrd="8" destOrd="0" presId="urn:microsoft.com/office/officeart/2005/8/layout/vList3"/>
    <dgm:cxn modelId="{8D585F82-097C-4032-93BA-EFFB82A71676}" type="presParOf" srcId="{D3A56B46-B0A3-4283-88C2-D074BBD4F50C}" destId="{1C4ADCAE-1344-41F1-B42F-057D30145C55}" srcOrd="0" destOrd="0" presId="urn:microsoft.com/office/officeart/2005/8/layout/vList3"/>
    <dgm:cxn modelId="{EDCE2FCB-188B-4B31-87F1-8FFCBF0E05D1}" type="presParOf" srcId="{D3A56B46-B0A3-4283-88C2-D074BBD4F50C}" destId="{E9571C2F-5614-41B2-8428-862A7884E73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61F61-3B68-45C7-A13E-6C7045ACF845}">
      <dsp:nvSpPr>
        <dsp:cNvPr id="0" name=""/>
        <dsp:cNvSpPr/>
      </dsp:nvSpPr>
      <dsp:spPr>
        <a:xfrm>
          <a:off x="2279371" y="2698326"/>
          <a:ext cx="672638" cy="1281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6319" y="0"/>
              </a:lnTo>
              <a:lnTo>
                <a:pt x="336319" y="1281705"/>
              </a:lnTo>
              <a:lnTo>
                <a:pt x="672638" y="128170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79504" y="3302991"/>
        <a:ext cx="72374" cy="72374"/>
      </dsp:txXfrm>
    </dsp:sp>
    <dsp:sp modelId="{FB96B45D-2F61-43E4-BC97-70DB92CCE9BE}">
      <dsp:nvSpPr>
        <dsp:cNvPr id="0" name=""/>
        <dsp:cNvSpPr/>
      </dsp:nvSpPr>
      <dsp:spPr>
        <a:xfrm>
          <a:off x="2279371" y="2652606"/>
          <a:ext cx="6726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2638" y="457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98875" y="2681510"/>
        <a:ext cx="33631" cy="33631"/>
      </dsp:txXfrm>
    </dsp:sp>
    <dsp:sp modelId="{9EA9D54D-F3FC-498A-9708-34795C8E8C64}">
      <dsp:nvSpPr>
        <dsp:cNvPr id="0" name=""/>
        <dsp:cNvSpPr/>
      </dsp:nvSpPr>
      <dsp:spPr>
        <a:xfrm>
          <a:off x="2279371" y="1458353"/>
          <a:ext cx="682795" cy="1239972"/>
        </a:xfrm>
        <a:custGeom>
          <a:avLst/>
          <a:gdLst/>
          <a:ahLst/>
          <a:cxnLst/>
          <a:rect l="0" t="0" r="0" b="0"/>
          <a:pathLst>
            <a:path>
              <a:moveTo>
                <a:pt x="0" y="1239972"/>
              </a:moveTo>
              <a:lnTo>
                <a:pt x="341397" y="1239972"/>
              </a:lnTo>
              <a:lnTo>
                <a:pt x="341397" y="0"/>
              </a:lnTo>
              <a:lnTo>
                <a:pt x="682795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85381" y="2042951"/>
        <a:ext cx="70776" cy="70776"/>
      </dsp:txXfrm>
    </dsp:sp>
    <dsp:sp modelId="{37C044DC-80DA-4AC7-97A9-82840C416E88}">
      <dsp:nvSpPr>
        <dsp:cNvPr id="0" name=""/>
        <dsp:cNvSpPr/>
      </dsp:nvSpPr>
      <dsp:spPr>
        <a:xfrm rot="16200000">
          <a:off x="-464286" y="2185644"/>
          <a:ext cx="4461952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Importance of  machine learning</a:t>
          </a:r>
          <a:endParaRPr lang="en-US" sz="1800" kern="1200" dirty="0"/>
        </a:p>
      </dsp:txBody>
      <dsp:txXfrm>
        <a:off x="-464286" y="2185644"/>
        <a:ext cx="4461952" cy="1025364"/>
      </dsp:txXfrm>
    </dsp:sp>
    <dsp:sp modelId="{A3D0B17F-DB52-4126-AECB-BD29651B88BC}">
      <dsp:nvSpPr>
        <dsp:cNvPr id="0" name=""/>
        <dsp:cNvSpPr/>
      </dsp:nvSpPr>
      <dsp:spPr>
        <a:xfrm>
          <a:off x="2962167" y="945671"/>
          <a:ext cx="7557769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Uncover patterns in large dataset</a:t>
          </a:r>
          <a:endParaRPr lang="en-US" sz="3500" kern="1200" dirty="0"/>
        </a:p>
      </dsp:txBody>
      <dsp:txXfrm>
        <a:off x="2962167" y="945671"/>
        <a:ext cx="7557769" cy="1025364"/>
      </dsp:txXfrm>
    </dsp:sp>
    <dsp:sp modelId="{343F8660-E562-49EB-82BB-F2C50F7CCF4B}">
      <dsp:nvSpPr>
        <dsp:cNvPr id="0" name=""/>
        <dsp:cNvSpPr/>
      </dsp:nvSpPr>
      <dsp:spPr>
        <a:xfrm>
          <a:off x="2952010" y="2185644"/>
          <a:ext cx="7630381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Automate decision making</a:t>
          </a:r>
          <a:endParaRPr lang="en-US" sz="2800" kern="1200" dirty="0"/>
        </a:p>
      </dsp:txBody>
      <dsp:txXfrm>
        <a:off x="2952010" y="2185644"/>
        <a:ext cx="7630381" cy="1025364"/>
      </dsp:txXfrm>
    </dsp:sp>
    <dsp:sp modelId="{CB0EDB72-FE42-4936-957B-F6AD61672401}">
      <dsp:nvSpPr>
        <dsp:cNvPr id="0" name=""/>
        <dsp:cNvSpPr/>
      </dsp:nvSpPr>
      <dsp:spPr>
        <a:xfrm>
          <a:off x="2952010" y="3467349"/>
          <a:ext cx="7578083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Other applications across industries</a:t>
          </a:r>
          <a:endParaRPr lang="en-US" sz="2400" kern="1200" dirty="0"/>
        </a:p>
      </dsp:txBody>
      <dsp:txXfrm>
        <a:off x="2952010" y="3467349"/>
        <a:ext cx="7578083" cy="10253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D8C15-CB7A-42C8-82E3-E5424FC3C69E}">
      <dsp:nvSpPr>
        <dsp:cNvPr id="0" name=""/>
        <dsp:cNvSpPr/>
      </dsp:nvSpPr>
      <dsp:spPr>
        <a:xfrm rot="10800000">
          <a:off x="2074704" y="365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smtClean="0"/>
            <a:t>Data Collection</a:t>
          </a:r>
          <a:r>
            <a:rPr lang="en-US" sz="1900" b="0" i="0" kern="1200" baseline="0" smtClean="0"/>
            <a:t>: </a:t>
          </a:r>
          <a:r>
            <a:rPr lang="en-US" sz="1900" b="0" i="1" kern="1200" baseline="0" smtClean="0"/>
            <a:t>Gather relevant data from various sources.</a:t>
          </a:r>
          <a:endParaRPr lang="en-US" sz="1900" b="1" i="0" kern="1200" baseline="0"/>
        </a:p>
      </dsp:txBody>
      <dsp:txXfrm rot="10800000">
        <a:off x="2244243" y="365"/>
        <a:ext cx="7394250" cy="678156"/>
      </dsp:txXfrm>
    </dsp:sp>
    <dsp:sp modelId="{0BCD7248-7B84-4A7F-A948-AE60EBD18B3C}">
      <dsp:nvSpPr>
        <dsp:cNvPr id="0" name=""/>
        <dsp:cNvSpPr/>
      </dsp:nvSpPr>
      <dsp:spPr>
        <a:xfrm>
          <a:off x="1735625" y="365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4E2D9A7-6CD0-43CF-AB4B-BA400E43AD0E}">
      <dsp:nvSpPr>
        <dsp:cNvPr id="0" name=""/>
        <dsp:cNvSpPr/>
      </dsp:nvSpPr>
      <dsp:spPr>
        <a:xfrm rot="10800000">
          <a:off x="2074704" y="880956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smtClean="0"/>
            <a:t>Data Preprocessing</a:t>
          </a:r>
          <a:r>
            <a:rPr lang="en-US" sz="1900" b="0" i="0" kern="1200" baseline="0" smtClean="0"/>
            <a:t>: </a:t>
          </a:r>
          <a:r>
            <a:rPr lang="en-US" sz="1900" b="0" i="1" kern="1200" baseline="0" smtClean="0"/>
            <a:t>Clean and format data for analysis.</a:t>
          </a:r>
          <a:endParaRPr lang="en-US" sz="1900" kern="1200"/>
        </a:p>
      </dsp:txBody>
      <dsp:txXfrm rot="10800000">
        <a:off x="2244243" y="880956"/>
        <a:ext cx="7394250" cy="678156"/>
      </dsp:txXfrm>
    </dsp:sp>
    <dsp:sp modelId="{8DFEEBBE-A9E1-4593-8BB1-8968D1298429}">
      <dsp:nvSpPr>
        <dsp:cNvPr id="0" name=""/>
        <dsp:cNvSpPr/>
      </dsp:nvSpPr>
      <dsp:spPr>
        <a:xfrm>
          <a:off x="1735625" y="880956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EC38173-8439-4113-9C4B-8CF9546634D0}">
      <dsp:nvSpPr>
        <dsp:cNvPr id="0" name=""/>
        <dsp:cNvSpPr/>
      </dsp:nvSpPr>
      <dsp:spPr>
        <a:xfrm rot="10800000">
          <a:off x="2074704" y="1761548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Model Selection</a:t>
          </a:r>
          <a:r>
            <a:rPr lang="en-US" sz="1900" b="0" i="0" kern="1200" baseline="0" dirty="0" smtClean="0"/>
            <a:t>: </a:t>
          </a:r>
          <a:r>
            <a:rPr lang="en-US" sz="1900" b="0" i="1" u="sng" kern="1200" baseline="0" dirty="0" smtClean="0"/>
            <a:t>Choose appropriate algorithms based on the problem.</a:t>
          </a:r>
          <a:endParaRPr lang="en-US" sz="1900" kern="1200" dirty="0"/>
        </a:p>
      </dsp:txBody>
      <dsp:txXfrm rot="10800000">
        <a:off x="2244243" y="1761548"/>
        <a:ext cx="7394250" cy="678156"/>
      </dsp:txXfrm>
    </dsp:sp>
    <dsp:sp modelId="{BB13BDD3-D98A-4822-B9EC-1BB0F71997AA}">
      <dsp:nvSpPr>
        <dsp:cNvPr id="0" name=""/>
        <dsp:cNvSpPr/>
      </dsp:nvSpPr>
      <dsp:spPr>
        <a:xfrm>
          <a:off x="1735625" y="1761548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661226B-DC7A-4A0C-AB88-85C6EFF09560}">
      <dsp:nvSpPr>
        <dsp:cNvPr id="0" name=""/>
        <dsp:cNvSpPr/>
      </dsp:nvSpPr>
      <dsp:spPr>
        <a:xfrm rot="10800000">
          <a:off x="2074704" y="2642140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Training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Feed data into the model to learn patterns.</a:t>
          </a:r>
          <a:endParaRPr lang="en-US" sz="1900" kern="1200" dirty="0"/>
        </a:p>
      </dsp:txBody>
      <dsp:txXfrm rot="10800000">
        <a:off x="2244243" y="2642140"/>
        <a:ext cx="7394250" cy="678156"/>
      </dsp:txXfrm>
    </dsp:sp>
    <dsp:sp modelId="{30FBE14E-E12F-4259-BBCC-EEA5B7BDD601}">
      <dsp:nvSpPr>
        <dsp:cNvPr id="0" name=""/>
        <dsp:cNvSpPr/>
      </dsp:nvSpPr>
      <dsp:spPr>
        <a:xfrm>
          <a:off x="1735625" y="2642140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9571C2F-5614-41B2-8428-862A7884E731}">
      <dsp:nvSpPr>
        <dsp:cNvPr id="0" name=""/>
        <dsp:cNvSpPr/>
      </dsp:nvSpPr>
      <dsp:spPr>
        <a:xfrm rot="10800000">
          <a:off x="2074704" y="3522732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Evaluation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Assess model performance using metrics.</a:t>
          </a:r>
          <a:endParaRPr lang="en-US" sz="1900" kern="1200" dirty="0"/>
        </a:p>
      </dsp:txBody>
      <dsp:txXfrm rot="10800000">
        <a:off x="2244243" y="3522732"/>
        <a:ext cx="7394250" cy="678156"/>
      </dsp:txXfrm>
    </dsp:sp>
    <dsp:sp modelId="{1C4ADCAE-1344-41F1-B42F-057D30145C55}">
      <dsp:nvSpPr>
        <dsp:cNvPr id="0" name=""/>
        <dsp:cNvSpPr/>
      </dsp:nvSpPr>
      <dsp:spPr>
        <a:xfrm>
          <a:off x="1735625" y="3522732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8F78612-4D3C-4958-B5DE-CD28C01D2987}">
      <dsp:nvSpPr>
        <dsp:cNvPr id="0" name=""/>
        <dsp:cNvSpPr/>
      </dsp:nvSpPr>
      <dsp:spPr>
        <a:xfrm rot="10800000">
          <a:off x="2074704" y="4403324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Deployment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Implement the model in a real-world environment.</a:t>
          </a:r>
          <a:endParaRPr lang="en-US" sz="1900" kern="1200" dirty="0"/>
        </a:p>
      </dsp:txBody>
      <dsp:txXfrm rot="10800000">
        <a:off x="2244243" y="4403324"/>
        <a:ext cx="7394250" cy="678156"/>
      </dsp:txXfrm>
    </dsp:sp>
    <dsp:sp modelId="{3E4C9D39-680A-4F87-8556-8BE0100CFB39}">
      <dsp:nvSpPr>
        <dsp:cNvPr id="0" name=""/>
        <dsp:cNvSpPr/>
      </dsp:nvSpPr>
      <dsp:spPr>
        <a:xfrm>
          <a:off x="1735625" y="4403324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D8C15-CB7A-42C8-82E3-E5424FC3C69E}">
      <dsp:nvSpPr>
        <dsp:cNvPr id="0" name=""/>
        <dsp:cNvSpPr/>
      </dsp:nvSpPr>
      <dsp:spPr>
        <a:xfrm rot="10800000">
          <a:off x="2297461" y="149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Classification</a:t>
          </a:r>
          <a:r>
            <a:rPr lang="en-US" sz="2300" b="0" i="0" kern="1200" baseline="0" dirty="0" smtClean="0"/>
            <a:t> : Predicting discrete output values using input variables </a:t>
          </a:r>
          <a:r>
            <a:rPr lang="en-US" sz="2300" b="0" i="1" kern="1200" baseline="0" dirty="0" smtClean="0"/>
            <a:t>.</a:t>
          </a:r>
          <a:endParaRPr lang="en-US" sz="2300" b="1" i="0" kern="1200" baseline="0" dirty="0"/>
        </a:p>
      </dsp:txBody>
      <dsp:txXfrm rot="10800000">
        <a:off x="2502559" y="149"/>
        <a:ext cx="8101895" cy="820394"/>
      </dsp:txXfrm>
    </dsp:sp>
    <dsp:sp modelId="{0BCD7248-7B84-4A7F-A948-AE60EBD18B3C}">
      <dsp:nvSpPr>
        <dsp:cNvPr id="0" name=""/>
        <dsp:cNvSpPr/>
      </dsp:nvSpPr>
      <dsp:spPr>
        <a:xfrm>
          <a:off x="1887264" y="149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4E2D9A7-6CD0-43CF-AB4B-BA400E43AD0E}">
      <dsp:nvSpPr>
        <dsp:cNvPr id="0" name=""/>
        <dsp:cNvSpPr/>
      </dsp:nvSpPr>
      <dsp:spPr>
        <a:xfrm rot="10800000">
          <a:off x="2297461" y="1065437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Clustering</a:t>
          </a:r>
          <a:r>
            <a:rPr lang="en-US" sz="2300" b="0" i="0" kern="1200" baseline="0" dirty="0" smtClean="0"/>
            <a:t> : Creating subgroups based of common shared features     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1065437"/>
        <a:ext cx="8101895" cy="820394"/>
      </dsp:txXfrm>
    </dsp:sp>
    <dsp:sp modelId="{8DFEEBBE-A9E1-4593-8BB1-8968D1298429}">
      <dsp:nvSpPr>
        <dsp:cNvPr id="0" name=""/>
        <dsp:cNvSpPr/>
      </dsp:nvSpPr>
      <dsp:spPr>
        <a:xfrm>
          <a:off x="1887264" y="1065437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EC38173-8439-4113-9C4B-8CF9546634D0}">
      <dsp:nvSpPr>
        <dsp:cNvPr id="0" name=""/>
        <dsp:cNvSpPr/>
      </dsp:nvSpPr>
      <dsp:spPr>
        <a:xfrm rot="10800000">
          <a:off x="2297461" y="2130725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Regression</a:t>
          </a:r>
          <a:r>
            <a:rPr lang="en-US" sz="2300" b="0" i="0" kern="1200" baseline="0" dirty="0" smtClean="0"/>
            <a:t> : Predicting continues output using input variables             </a:t>
          </a:r>
          <a:r>
            <a:rPr lang="en-US" sz="2300" b="0" i="1" u="sng" kern="1200" baseline="0" dirty="0" smtClean="0"/>
            <a:t>.</a:t>
          </a:r>
          <a:endParaRPr lang="en-US" sz="2300" kern="1200" dirty="0"/>
        </a:p>
      </dsp:txBody>
      <dsp:txXfrm rot="10800000">
        <a:off x="2502559" y="2130725"/>
        <a:ext cx="8101895" cy="820394"/>
      </dsp:txXfrm>
    </dsp:sp>
    <dsp:sp modelId="{BB13BDD3-D98A-4822-B9EC-1BB0F71997AA}">
      <dsp:nvSpPr>
        <dsp:cNvPr id="0" name=""/>
        <dsp:cNvSpPr/>
      </dsp:nvSpPr>
      <dsp:spPr>
        <a:xfrm>
          <a:off x="1887264" y="2130725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661226B-DC7A-4A0C-AB88-85C6EFF09560}">
      <dsp:nvSpPr>
        <dsp:cNvPr id="0" name=""/>
        <dsp:cNvSpPr/>
      </dsp:nvSpPr>
      <dsp:spPr>
        <a:xfrm rot="10800000">
          <a:off x="2297461" y="3196013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For casting </a:t>
          </a:r>
          <a:r>
            <a:rPr lang="en-US" sz="2300" b="0" i="0" kern="1200" baseline="0" dirty="0" smtClean="0"/>
            <a:t>: This is a time – indexed prediction                                       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3196013"/>
        <a:ext cx="8101895" cy="820394"/>
      </dsp:txXfrm>
    </dsp:sp>
    <dsp:sp modelId="{30FBE14E-E12F-4259-BBCC-EEA5B7BDD601}">
      <dsp:nvSpPr>
        <dsp:cNvPr id="0" name=""/>
        <dsp:cNvSpPr/>
      </dsp:nvSpPr>
      <dsp:spPr>
        <a:xfrm>
          <a:off x="1887264" y="3196013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9571C2F-5614-41B2-8428-862A7884E731}">
      <dsp:nvSpPr>
        <dsp:cNvPr id="0" name=""/>
        <dsp:cNvSpPr/>
      </dsp:nvSpPr>
      <dsp:spPr>
        <a:xfrm rot="10800000">
          <a:off x="2297461" y="4261302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Recommendation</a:t>
          </a:r>
          <a:r>
            <a:rPr lang="en-US" sz="2300" b="0" i="0" kern="1200" baseline="0" dirty="0" smtClean="0"/>
            <a:t> : making an offer based on receiver’s preference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4261302"/>
        <a:ext cx="8101895" cy="820394"/>
      </dsp:txXfrm>
    </dsp:sp>
    <dsp:sp modelId="{1C4ADCAE-1344-41F1-B42F-057D30145C55}">
      <dsp:nvSpPr>
        <dsp:cNvPr id="0" name=""/>
        <dsp:cNvSpPr/>
      </dsp:nvSpPr>
      <dsp:spPr>
        <a:xfrm>
          <a:off x="1887264" y="4261302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9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0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5B4BB-49AC-480C-9981-7EDFCC34E7A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lab.research.google.com/drive/1o2OH-ohslAur0R565W63bwGCLLzo12A7?usp=sharing" TargetMode="Externa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latin typeface="Franklin Gothic Demi" panose="020B0703020102020204" pitchFamily="34" charset="0"/>
              </a:rPr>
              <a:t>MACHINE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97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latin typeface="+mj-lt"/>
              </a:rPr>
              <a:t>What is 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82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743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Learning</a:t>
            </a:r>
            <a:r>
              <a:rPr lang="en-US" sz="5400" i="1" dirty="0" smtClean="0"/>
              <a:t> is the  </a:t>
            </a:r>
            <a:r>
              <a:rPr lang="en-US" sz="5400" i="1" dirty="0"/>
              <a:t>acquisition of knowledge or skills through </a:t>
            </a:r>
            <a:r>
              <a:rPr lang="en-US" sz="5400" b="1" i="1" dirty="0"/>
              <a:t>study</a:t>
            </a:r>
            <a:r>
              <a:rPr lang="en-US" sz="5400" i="1" dirty="0"/>
              <a:t>, </a:t>
            </a:r>
            <a:r>
              <a:rPr lang="en-US" sz="5400" b="1" i="1" dirty="0"/>
              <a:t>experience</a:t>
            </a:r>
            <a:r>
              <a:rPr lang="en-US" sz="5400" i="1" dirty="0"/>
              <a:t>, or </a:t>
            </a:r>
            <a:r>
              <a:rPr lang="en-US" sz="5400" b="1" i="1" dirty="0"/>
              <a:t>being taught</a:t>
            </a:r>
            <a:r>
              <a:rPr lang="en-US" sz="3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704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What is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60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58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Machine Learning</a:t>
            </a:r>
            <a:r>
              <a:rPr lang="en-US" sz="5400" i="1" dirty="0" smtClean="0"/>
              <a:t> </a:t>
            </a:r>
            <a:r>
              <a:rPr lang="en-US" sz="4400" i="1" dirty="0"/>
              <a:t>is a type of </a:t>
            </a:r>
            <a:r>
              <a:rPr lang="en-US" sz="4400" i="1" dirty="0">
                <a:solidFill>
                  <a:srgbClr val="FF0000"/>
                </a:solidFill>
              </a:rPr>
              <a:t>artificial intelligence </a:t>
            </a:r>
            <a:r>
              <a:rPr lang="en-US" sz="4400" i="1" dirty="0"/>
              <a:t>that allows machines to learn from </a:t>
            </a:r>
            <a:r>
              <a:rPr lang="en-US" sz="4400" b="1" i="1" dirty="0"/>
              <a:t>data</a:t>
            </a:r>
            <a:r>
              <a:rPr lang="en-US" sz="4400" i="1" dirty="0"/>
              <a:t> without being explicitly programmed. 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59524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Importance of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60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38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35760" y="2327999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813320241"/>
              </p:ext>
            </p:extLst>
          </p:nvPr>
        </p:nvGraphicFramePr>
        <p:xfrm>
          <a:off x="355600" y="741680"/>
          <a:ext cx="11836400" cy="5396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744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types of </a:t>
            </a:r>
          </a:p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4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4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6452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This is a type of machine learning in which a model is trained to learn from </a:t>
            </a:r>
            <a:r>
              <a:rPr lang="en-US" sz="2800" b="1" i="1" dirty="0" smtClean="0">
                <a:solidFill>
                  <a:schemeClr val="tx1"/>
                </a:solidFill>
                <a:latin typeface="+mj-lt"/>
              </a:rPr>
              <a:t>labeled data</a:t>
            </a:r>
          </a:p>
          <a:p>
            <a:pPr algn="ctr"/>
            <a:endParaRPr lang="en-US" sz="2800" i="1" dirty="0" smtClea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It’s </a:t>
            </a:r>
            <a:r>
              <a:rPr lang="en-US" sz="28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 is to </a:t>
            </a:r>
            <a:r>
              <a:rPr lang="en-US" sz="2800" i="1" dirty="0" smtClean="0">
                <a:solidFill>
                  <a:schemeClr val="accent1"/>
                </a:solidFill>
                <a:latin typeface="+mj-lt"/>
              </a:rPr>
              <a:t>predict outcomes for new data</a:t>
            </a:r>
          </a:p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😊 Matthew 25: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12406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i="1" dirty="0" smtClean="0">
              <a:solidFill>
                <a:schemeClr val="tx1"/>
              </a:solidFill>
            </a:endParaRPr>
          </a:p>
          <a:p>
            <a:pPr algn="ctr"/>
            <a:endParaRPr lang="en-US" sz="2800" i="1" dirty="0">
              <a:solidFill>
                <a:schemeClr val="tx1"/>
              </a:solidFill>
            </a:endParaRPr>
          </a:p>
          <a:p>
            <a:pPr algn="ctr"/>
            <a:endParaRPr lang="en-US" sz="2800" i="1" dirty="0" smtClean="0">
              <a:solidFill>
                <a:schemeClr val="tx1"/>
              </a:solidFill>
            </a:endParaRPr>
          </a:p>
          <a:p>
            <a:pPr algn="ctr"/>
            <a:r>
              <a:rPr lang="en-US" sz="2800" i="1" dirty="0" smtClean="0">
                <a:solidFill>
                  <a:schemeClr val="tx1"/>
                </a:solidFill>
              </a:rPr>
              <a:t>This </a:t>
            </a:r>
            <a:r>
              <a:rPr lang="en-US" sz="2800" i="1" dirty="0">
                <a:solidFill>
                  <a:schemeClr val="tx1"/>
                </a:solidFill>
              </a:rPr>
              <a:t>is a type of machine learning in which a model is trained to </a:t>
            </a:r>
            <a:r>
              <a:rPr lang="en-US" sz="2800" i="1" dirty="0" smtClean="0">
                <a:solidFill>
                  <a:schemeClr val="tx1"/>
                </a:solidFill>
              </a:rPr>
              <a:t>identify patterns </a:t>
            </a:r>
            <a:r>
              <a:rPr lang="en-US" sz="2800" b="1" i="1" dirty="0" smtClean="0">
                <a:solidFill>
                  <a:schemeClr val="tx1"/>
                </a:solidFill>
              </a:rPr>
              <a:t>unlabeled </a:t>
            </a:r>
            <a:r>
              <a:rPr lang="en-US" sz="2800" b="1" i="1" dirty="0">
                <a:solidFill>
                  <a:schemeClr val="tx1"/>
                </a:solidFill>
              </a:rPr>
              <a:t>data</a:t>
            </a:r>
          </a:p>
          <a:p>
            <a:pPr algn="ctr"/>
            <a:endParaRPr lang="en-US" sz="2800" i="1" dirty="0">
              <a:solidFill>
                <a:schemeClr val="tx1"/>
              </a:solidFill>
            </a:endParaRPr>
          </a:p>
          <a:p>
            <a:pPr algn="ctr"/>
            <a:r>
              <a:rPr lang="en-US" sz="2800" i="1" dirty="0">
                <a:solidFill>
                  <a:schemeClr val="tx1"/>
                </a:solidFill>
              </a:rPr>
              <a:t>It’s </a:t>
            </a:r>
            <a:r>
              <a:rPr lang="en-US" sz="28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2800" i="1" dirty="0">
                <a:solidFill>
                  <a:schemeClr val="tx1"/>
                </a:solidFill>
              </a:rPr>
              <a:t> is to </a:t>
            </a:r>
            <a:r>
              <a:rPr lang="en-US" sz="2800" i="1" dirty="0" smtClean="0">
                <a:solidFill>
                  <a:schemeClr val="accent1"/>
                </a:solidFill>
              </a:rPr>
              <a:t>get insight from large volume of </a:t>
            </a:r>
            <a:r>
              <a:rPr lang="en-US" sz="2800" i="1" dirty="0">
                <a:solidFill>
                  <a:schemeClr val="accent1"/>
                </a:solidFill>
              </a:rPr>
              <a:t>data</a:t>
            </a:r>
          </a:p>
          <a:p>
            <a:pPr algn="ctr"/>
            <a:r>
              <a:rPr lang="en-US" sz="2800" i="1" dirty="0">
                <a:solidFill>
                  <a:schemeClr val="tx1"/>
                </a:solidFill>
              </a:rPr>
              <a:t>😊 </a:t>
            </a:r>
            <a:r>
              <a:rPr lang="en-US" sz="2800" i="1" dirty="0" smtClean="0">
                <a:solidFill>
                  <a:schemeClr val="tx1"/>
                </a:solidFill>
              </a:rPr>
              <a:t>genesis 11:</a:t>
            </a:r>
            <a:endParaRPr lang="en-US" sz="2800" i="1" dirty="0">
              <a:solidFill>
                <a:schemeClr val="tx1"/>
              </a:solidFill>
            </a:endParaRPr>
          </a:p>
          <a:p>
            <a:pPr algn="ctr"/>
            <a:endParaRPr lang="en-US" sz="2800" i="1" dirty="0" smtClean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144529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This is a type of machine learning in which a model is trained to learn </a:t>
            </a:r>
            <a:r>
              <a:rPr lang="en-US" sz="3200" i="1" dirty="0" smtClean="0">
                <a:solidFill>
                  <a:schemeClr val="tx1"/>
                </a:solidFill>
              </a:rPr>
              <a:t>by </a:t>
            </a:r>
            <a:r>
              <a:rPr lang="en-US" sz="3200" b="1" i="1" dirty="0" smtClean="0">
                <a:solidFill>
                  <a:schemeClr val="tx1"/>
                </a:solidFill>
              </a:rPr>
              <a:t>receiving </a:t>
            </a:r>
            <a:r>
              <a:rPr lang="en-US" sz="3200" b="1" i="1" dirty="0" smtClean="0">
                <a:solidFill>
                  <a:schemeClr val="accent4">
                    <a:lumMod val="75000"/>
                  </a:schemeClr>
                </a:solidFill>
              </a:rPr>
              <a:t>reward</a:t>
            </a:r>
            <a:r>
              <a:rPr lang="en-US" sz="3200" b="1" i="1" dirty="0" smtClean="0">
                <a:solidFill>
                  <a:schemeClr val="tx1"/>
                </a:solidFill>
              </a:rPr>
              <a:t> or </a:t>
            </a:r>
            <a:r>
              <a:rPr lang="en-US" sz="3200" b="1" i="1" dirty="0" smtClean="0">
                <a:solidFill>
                  <a:srgbClr val="FF0000"/>
                </a:solidFill>
              </a:rPr>
              <a:t>penalty </a:t>
            </a:r>
            <a:r>
              <a:rPr lang="en-US" sz="3200" b="1" i="1" dirty="0" smtClean="0">
                <a:solidFill>
                  <a:schemeClr val="tx1"/>
                </a:solidFill>
              </a:rPr>
              <a:t>for actions</a:t>
            </a:r>
            <a:endParaRPr lang="en-US" sz="3200" b="1" i="1" dirty="0">
              <a:solidFill>
                <a:schemeClr val="tx1"/>
              </a:solidFill>
            </a:endParaRPr>
          </a:p>
          <a:p>
            <a:pPr algn="ctr"/>
            <a:endParaRPr lang="en-US" sz="3200" i="1" dirty="0">
              <a:solidFill>
                <a:schemeClr val="tx1"/>
              </a:solidFill>
            </a:endParaRPr>
          </a:p>
          <a:p>
            <a:pPr algn="ctr"/>
            <a:r>
              <a:rPr lang="en-US" sz="3200" i="1" dirty="0">
                <a:solidFill>
                  <a:schemeClr val="tx1"/>
                </a:solidFill>
              </a:rPr>
              <a:t>It’s </a:t>
            </a:r>
            <a:r>
              <a:rPr lang="en-US" sz="32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3200" i="1" dirty="0">
                <a:solidFill>
                  <a:schemeClr val="tx1"/>
                </a:solidFill>
              </a:rPr>
              <a:t> is to </a:t>
            </a:r>
            <a:r>
              <a:rPr lang="en-US" sz="3200" i="1" dirty="0" smtClean="0">
                <a:solidFill>
                  <a:schemeClr val="accent1"/>
                </a:solidFill>
              </a:rPr>
              <a:t>minimize </a:t>
            </a:r>
            <a:r>
              <a:rPr lang="en-US" sz="3200" b="1" i="1" dirty="0" smtClean="0">
                <a:solidFill>
                  <a:srgbClr val="FF0000"/>
                </a:solidFill>
              </a:rPr>
              <a:t>penalties</a:t>
            </a:r>
            <a:r>
              <a:rPr lang="en-US" sz="3200" i="1" dirty="0" smtClean="0">
                <a:solidFill>
                  <a:schemeClr val="accent1"/>
                </a:solidFill>
              </a:rPr>
              <a:t> </a:t>
            </a:r>
            <a:r>
              <a:rPr lang="en-US" sz="3200" i="1" dirty="0" smtClean="0">
                <a:solidFill>
                  <a:schemeClr val="tx1"/>
                </a:solidFill>
              </a:rPr>
              <a:t>and</a:t>
            </a:r>
            <a:r>
              <a:rPr lang="en-US" sz="3200" i="1" dirty="0" smtClean="0">
                <a:solidFill>
                  <a:schemeClr val="accent1"/>
                </a:solidFill>
              </a:rPr>
              <a:t> maximize </a:t>
            </a:r>
            <a:r>
              <a:rPr lang="en-US" sz="3200" b="1" i="1" dirty="0" smtClean="0">
                <a:solidFill>
                  <a:schemeClr val="accent4">
                    <a:lumMod val="75000"/>
                  </a:schemeClr>
                </a:solidFill>
              </a:rPr>
              <a:t>rewards</a:t>
            </a:r>
            <a:endParaRPr lang="en-US" sz="3200" b="1" i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3200" i="1" dirty="0">
                <a:solidFill>
                  <a:schemeClr val="tx1"/>
                </a:solidFill>
              </a:rPr>
              <a:t>😊 </a:t>
            </a:r>
          </a:p>
          <a:p>
            <a:pPr algn="ctr"/>
            <a:endParaRPr lang="en-US" sz="4400" i="1" dirty="0" smtClean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6089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workflow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635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8288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999867837"/>
              </p:ext>
            </p:extLst>
          </p:nvPr>
        </p:nvGraphicFramePr>
        <p:xfrm>
          <a:off x="817880" y="1158241"/>
          <a:ext cx="11374120" cy="5081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256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problems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817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8288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6540568"/>
              </p:ext>
            </p:extLst>
          </p:nvPr>
        </p:nvGraphicFramePr>
        <p:xfrm>
          <a:off x="-299720" y="1070957"/>
          <a:ext cx="12491720" cy="5081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409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i="1" dirty="0" smtClean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4400" i="1" dirty="0">
              <a:solidFill>
                <a:srgbClr val="FFC000"/>
              </a:solidFill>
              <a:latin typeface="+mj-lt"/>
            </a:endParaRPr>
          </a:p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Assign the above ML problems into either </a:t>
            </a:r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supervised</a:t>
            </a:r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 or </a:t>
            </a:r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unsupervised </a:t>
            </a:r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ML problem</a:t>
            </a:r>
          </a:p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_____</a:t>
            </a:r>
          </a:p>
        </p:txBody>
      </p:sp>
    </p:spTree>
    <p:extLst>
      <p:ext uri="{BB962C8B-B14F-4D97-AF65-F5344CB8AC3E}">
        <p14:creationId xmlns:p14="http://schemas.microsoft.com/office/powerpoint/2010/main" val="180031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Algorithms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46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2059858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48" y="-2517058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5066491" y="2151727"/>
            <a:ext cx="63686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Logistic regression</a:t>
            </a:r>
            <a:endParaRPr lang="en-US" sz="8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0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122903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555" y="698090"/>
            <a:ext cx="6858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4702" y="1759974"/>
            <a:ext cx="502166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smtClean="0">
                <a:latin typeface="Eras Bold ITC" panose="020B0907030504020204" pitchFamily="34" charset="0"/>
              </a:rPr>
              <a:t>odds</a:t>
            </a:r>
            <a:endParaRPr lang="en-US" sz="115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1123" y="3362461"/>
            <a:ext cx="586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Quantifying certainty for the occurrence of an event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89554" y="765751"/>
            <a:ext cx="180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A number from 0 to infinity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8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122903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555" y="698090"/>
            <a:ext cx="6858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4702" y="1759974"/>
            <a:ext cx="502166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smtClean="0">
                <a:latin typeface="Eras Bold ITC" panose="020B0907030504020204" pitchFamily="34" charset="0"/>
              </a:rPr>
              <a:t>odds</a:t>
            </a:r>
            <a:endParaRPr lang="en-US" sz="115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1123" y="3362461"/>
            <a:ext cx="586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Represents the ratio of success to failure(odds for) or the ratio of failure to success(odds against)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89554" y="765751"/>
            <a:ext cx="180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A number from 0 to infinity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2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986" y="-2029202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555" y="698090"/>
            <a:ext cx="6858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4702" y="1759974"/>
            <a:ext cx="502166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smtClean="0">
                <a:latin typeface="Eras Bold ITC" panose="020B0907030504020204" pitchFamily="34" charset="0"/>
              </a:rPr>
              <a:t>odds</a:t>
            </a:r>
            <a:endParaRPr lang="en-US" sz="11500" dirty="0">
              <a:latin typeface="Eras Bold ITC" panose="020B0907030504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76"/>
          <a:stretch/>
        </p:blipFill>
        <p:spPr>
          <a:xfrm>
            <a:off x="2682239" y="1632155"/>
            <a:ext cx="9509761" cy="47686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89555" y="521110"/>
            <a:ext cx="6604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Example from sports and betting</a:t>
            </a:r>
            <a:endParaRPr lang="en-US" sz="3600" b="1" dirty="0">
              <a:solidFill>
                <a:srgbClr val="00206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122903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772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122903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3689554" y="765751"/>
            <a:ext cx="180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This is odds  for </a:t>
            </a:r>
            <a:endParaRPr lang="en-US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18645" y="1187245"/>
                <a:ext cx="4838056" cy="1604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7200" dirty="0" smtClean="0"/>
                  <a:t>odds</a:t>
                </a:r>
                <a14:m>
                  <m:oMath xmlns:m="http://schemas.openxmlformats.org/officeDocument/2006/math">
                    <m:r>
                      <a:rPr lang="en-US" sz="72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7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72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7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7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7200" b="0" i="1" smtClean="0">
                            <a:latin typeface="Cambria Math" panose="02040503050406030204" pitchFamily="18" charset="0"/>
                          </a:rPr>
                          <m:t>1 −</m:t>
                        </m:r>
                        <m:r>
                          <a:rPr lang="en-US" sz="7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sz="7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645" y="1187245"/>
                <a:ext cx="4838056" cy="1604350"/>
              </a:xfrm>
              <a:prstGeom prst="rect">
                <a:avLst/>
              </a:prstGeom>
              <a:blipFill rotWithShape="0">
                <a:blip r:embed="rId6"/>
                <a:stretch>
                  <a:fillRect l="-11335" t="-8745" b="-1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018645" y="3072666"/>
            <a:ext cx="5459187" cy="156966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Odds &gt; 1 </a:t>
            </a:r>
            <a:r>
              <a:rPr lang="en-US" sz="3200" dirty="0" smtClean="0"/>
              <a:t>: success is more likely</a:t>
            </a:r>
          </a:p>
          <a:p>
            <a:r>
              <a:rPr lang="en-US" sz="3200" b="1" dirty="0" smtClean="0"/>
              <a:t>Odds &lt;1</a:t>
            </a:r>
            <a:r>
              <a:rPr lang="en-US" sz="3200" dirty="0" smtClean="0"/>
              <a:t> : failure is more likely</a:t>
            </a:r>
          </a:p>
          <a:p>
            <a:r>
              <a:rPr lang="en-US" sz="3200" b="1" dirty="0" smtClean="0"/>
              <a:t>Odds = 1 </a:t>
            </a:r>
            <a:r>
              <a:rPr lang="en-US" sz="3200" dirty="0" smtClean="0"/>
              <a:t>: means 50-50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018645" y="5230761"/>
            <a:ext cx="6229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This has one limitation which is odds </a:t>
            </a:r>
            <a:r>
              <a:rPr lang="en-US" b="1" dirty="0" err="1" smtClean="0">
                <a:solidFill>
                  <a:schemeClr val="accent5">
                    <a:lumMod val="50000"/>
                  </a:schemeClr>
                </a:solidFill>
              </a:rPr>
              <a:t>donot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 know anything about negative numbers           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10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004702" y="1759974"/>
            <a:ext cx="502166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smtClean="0">
                <a:latin typeface="Eras Bold ITC" panose="020B0907030504020204" pitchFamily="34" charset="0"/>
              </a:rPr>
              <a:t>logit</a:t>
            </a:r>
            <a:endParaRPr lang="en-US" sz="115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Rescaling odds values by computing the </a:t>
            </a:r>
            <a:r>
              <a:rPr lang="en-US" sz="2400" b="1" dirty="0" smtClean="0">
                <a:solidFill>
                  <a:srgbClr val="C00000"/>
                </a:solidFill>
              </a:rPr>
              <a:t>logarithm</a:t>
            </a:r>
            <a:r>
              <a:rPr lang="en-US" sz="2400" b="1" dirty="0" smtClean="0">
                <a:solidFill>
                  <a:srgbClr val="002060"/>
                </a:solidFill>
              </a:rPr>
              <a:t> of the odds values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89554" y="765751"/>
            <a:ext cx="248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A number from -</a:t>
            </a:r>
            <a:r>
              <a:rPr lang="en-US" b="1" dirty="0" err="1" smtClean="0">
                <a:solidFill>
                  <a:srgbClr val="002060"/>
                </a:solidFill>
              </a:rPr>
              <a:t>infinty</a:t>
            </a:r>
            <a:r>
              <a:rPr lang="en-US" b="1" dirty="0" smtClean="0">
                <a:solidFill>
                  <a:srgbClr val="002060"/>
                </a:solidFill>
              </a:rPr>
              <a:t> to +infinity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0" y="2385931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283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743409" y="799420"/>
            <a:ext cx="5021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Eras Bold ITC" panose="020B0907030504020204" pitchFamily="34" charset="0"/>
              </a:rPr>
              <a:t>How does this help ?</a:t>
            </a:r>
            <a:endParaRPr lang="en-US" sz="36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0370" y="1900834"/>
            <a:ext cx="6821098" cy="353943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You fit data to our model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It performs a computation on the features and their weights and </a:t>
            </a:r>
            <a:r>
              <a:rPr lang="en-US" sz="2800" dirty="0" err="1" smtClean="0"/>
              <a:t>ouput</a:t>
            </a:r>
            <a:r>
              <a:rPr lang="en-US" sz="2800" dirty="0" smtClean="0"/>
              <a:t> a number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This number should tells us the how likely our input belongs to a certain category (success or failure)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/>
              <a:t>We can assign that number to the logit function</a:t>
            </a:r>
            <a:endParaRPr lang="en-US" sz="3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051" y="2995531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049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931" y="298236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923" y="-2293917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488576" y="508912"/>
            <a:ext cx="6666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Eras Bold ITC" panose="020B0907030504020204" pitchFamily="34" charset="0"/>
              </a:rPr>
              <a:t>Logistic regression model</a:t>
            </a:r>
            <a:endParaRPr lang="en-US" sz="3200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39209" y="1602598"/>
                <a:ext cx="5867543" cy="646331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𝒐𝒅𝒅𝒔</m:t>
                          </m:r>
                        </m:e>
                      </m:d>
                      <m:r>
                        <a:rPr 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209" y="1602598"/>
                <a:ext cx="5867543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37005" y="4039707"/>
                <a:ext cx="5320971" cy="147540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4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num>
                            <m:den>
                              <m:r>
                                <a:rPr lang="en-US" sz="4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4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sz="4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𝐳</m:t>
                      </m:r>
                    </m:oMath>
                  </m:oMathPara>
                </a14:m>
                <a:endParaRPr lang="en-US" sz="4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005" y="4039707"/>
                <a:ext cx="5320971" cy="147540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163" y="3100913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548628" y="2639165"/>
                <a:ext cx="5863733" cy="610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𝒍𝒆𝒕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𝒐𝒅𝒅𝒔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 </m:t>
                    </m:r>
                    <m:box>
                      <m:box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num>
                          <m:den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den>
                        </m:f>
                      </m:e>
                    </m:box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628" y="2639165"/>
                <a:ext cx="5863733" cy="610295"/>
              </a:xfrm>
              <a:prstGeom prst="rect">
                <a:avLst/>
              </a:prstGeom>
              <a:blipFill rotWithShape="0">
                <a:blip r:embed="rId8"/>
                <a:stretch>
                  <a:fillRect t="-10000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516069" y="3232790"/>
            <a:ext cx="6666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Eras Bold ITC" panose="020B0907030504020204" pitchFamily="34" charset="0"/>
              </a:rPr>
              <a:t>We can get the sigmoid function</a:t>
            </a:r>
            <a:endParaRPr lang="en-US" sz="2400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37005" y="5830529"/>
                <a:ext cx="2660485" cy="634213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005" y="5830529"/>
                <a:ext cx="2660485" cy="63421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07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314" y="-2478583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959812" y="1135083"/>
            <a:ext cx="5021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Eras Bold ITC" panose="020B0907030504020204" pitchFamily="34" charset="0"/>
              </a:rPr>
              <a:t>Decision boundary</a:t>
            </a:r>
            <a:endParaRPr lang="en-US" sz="32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0862" y="1806853"/>
            <a:ext cx="7337816" cy="2677656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002060"/>
                </a:solidFill>
              </a:rPr>
              <a:t>This is a </a:t>
            </a:r>
            <a:r>
              <a:rPr lang="en-US" sz="2400" b="1" dirty="0" err="1" smtClean="0">
                <a:solidFill>
                  <a:srgbClr val="002060"/>
                </a:solidFill>
              </a:rPr>
              <a:t>number,a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</a:rPr>
              <a:t>line,a</a:t>
            </a:r>
            <a:r>
              <a:rPr lang="en-US" sz="2400" b="1" dirty="0" smtClean="0">
                <a:solidFill>
                  <a:srgbClr val="002060"/>
                </a:solidFill>
              </a:rPr>
              <a:t> plane that we use to assign each input record to it’s output category</a:t>
            </a:r>
          </a:p>
          <a:p>
            <a:endParaRPr lang="en-US" sz="2400" b="1" dirty="0" smtClean="0">
              <a:solidFill>
                <a:srgbClr val="00206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002060"/>
                </a:solidFill>
              </a:rPr>
              <a:t>For 1 feature it is a number x = 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002060"/>
                </a:solidFill>
              </a:rPr>
              <a:t>For 2 features it is a line (y = mx + c)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002060"/>
                </a:solidFill>
              </a:rPr>
              <a:t>For 3 features it is a plane(ax +by +</a:t>
            </a:r>
            <a:r>
              <a:rPr lang="en-US" sz="2400" b="1" dirty="0" err="1" smtClean="0">
                <a:solidFill>
                  <a:srgbClr val="002060"/>
                </a:solidFill>
              </a:rPr>
              <a:t>cz</a:t>
            </a:r>
            <a:r>
              <a:rPr lang="en-US" sz="2400" b="1" dirty="0" smtClean="0">
                <a:solidFill>
                  <a:srgbClr val="002060"/>
                </a:solidFill>
              </a:rPr>
              <a:t> = d)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002060"/>
                </a:solidFill>
              </a:rPr>
              <a:t>…….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89554" y="76575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075" y="2784620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607251" y="2172965"/>
            <a:ext cx="7293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latin typeface="Eras Bold ITC" panose="020B0907030504020204" pitchFamily="34" charset="0"/>
              </a:rPr>
              <a:t>Cost function</a:t>
            </a:r>
            <a:endParaRPr lang="en-US" sz="80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467" y="3415916"/>
            <a:ext cx="5867543" cy="120032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Encouraging good prediction and non tolerant to mistakes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It’s either you make it or you mare it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628" y="2808718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536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970930" y="504237"/>
            <a:ext cx="677997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Eras Bold ITC" panose="020B0907030504020204" pitchFamily="34" charset="0"/>
              </a:rPr>
              <a:t>Cost function</a:t>
            </a:r>
          </a:p>
          <a:p>
            <a:endParaRPr lang="en-US" sz="115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468" y="1470988"/>
            <a:ext cx="5867543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Y : predicted value                   </a:t>
            </a:r>
            <a:r>
              <a:rPr lang="en-US" sz="2400" b="1" dirty="0" smtClean="0">
                <a:solidFill>
                  <a:srgbClr val="FF0000"/>
                </a:solidFill>
              </a:rPr>
              <a:t>Y</a:t>
            </a:r>
            <a:r>
              <a:rPr lang="en-US" sz="2400" b="1" dirty="0" smtClean="0">
                <a:solidFill>
                  <a:srgbClr val="002060"/>
                </a:solidFill>
              </a:rPr>
              <a:t>: actual value</a:t>
            </a:r>
            <a:endParaRPr lang="en-US" sz="24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767991"/>
                <a:ext cx="8232310" cy="2554545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𝒍𝒐𝒈𝒀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dirty="0" smtClean="0"/>
              </a:p>
              <a:p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767991"/>
                <a:ext cx="8232310" cy="255454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466" y="271039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665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970930" y="504237"/>
            <a:ext cx="677997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latin typeface="Eras Bold ITC" panose="020B0907030504020204" pitchFamily="34" charset="0"/>
              </a:rPr>
              <a:t>Optimization</a:t>
            </a:r>
            <a:endParaRPr lang="en-US" sz="7200" dirty="0">
              <a:latin typeface="Eras Bold ITC" panose="020B0907030504020204" pitchFamily="34" charset="0"/>
            </a:endParaRPr>
          </a:p>
          <a:p>
            <a:endParaRPr lang="en-US" sz="115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468" y="1758426"/>
            <a:ext cx="5867543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Finding the best value for the weight and bias that will produce minimum cost</a:t>
            </a:r>
            <a:endParaRPr lang="en-US" sz="24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767991"/>
                <a:ext cx="8232310" cy="2554545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𝒍𝒐𝒈𝒀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dirty="0" smtClean="0"/>
              </a:p>
              <a:p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767991"/>
                <a:ext cx="8232310" cy="255454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466" y="271039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701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970930" y="504237"/>
            <a:ext cx="677997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latin typeface="Eras Bold ITC" panose="020B0907030504020204" pitchFamily="34" charset="0"/>
              </a:rPr>
              <a:t>Optimization</a:t>
            </a:r>
            <a:endParaRPr lang="en-US" sz="7200" dirty="0">
              <a:latin typeface="Eras Bold ITC" panose="020B0907030504020204" pitchFamily="34" charset="0"/>
            </a:endParaRPr>
          </a:p>
          <a:p>
            <a:endParaRPr lang="en-US" sz="11500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01487" y="2247423"/>
                <a:ext cx="8315210" cy="3159711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endParaRPr lang="en-US" sz="2400" b="1" dirty="0" smtClean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b="1" dirty="0" smtClean="0">
                    <a:solidFill>
                      <a:srgbClr val="002060"/>
                    </a:solidFill>
                  </a:rPr>
                  <a:t>Commute how each feature’s weight contributes to the cost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b="1" dirty="0" smtClean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b="1" dirty="0" smtClean="0">
                    <a:solidFill>
                      <a:srgbClr val="002060"/>
                    </a:solidFill>
                  </a:rPr>
                  <a:t>Compute how the bias contributes to the cost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𝒐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b="1" dirty="0" smtClean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b="1" dirty="0" smtClean="0">
                    <a:solidFill>
                      <a:srgbClr val="002060"/>
                    </a:solidFill>
                  </a:rPr>
                  <a:t>Update weight and bias as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en-US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487" y="2247423"/>
                <a:ext cx="8315210" cy="3159711"/>
              </a:xfrm>
              <a:prstGeom prst="rect">
                <a:avLst/>
              </a:prstGeom>
              <a:blipFill rotWithShape="0">
                <a:blip r:embed="rId6"/>
                <a:stretch>
                  <a:fillRect l="-728" r="-146"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779" y="3098763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66491" y="1472085"/>
                <a:ext cx="47603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𝑐𝑎𝑙𝑙𝑒𝑑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𝑙𝑒𝑎𝑟𝑛𝑖𝑛𝑔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491" y="1472085"/>
                <a:ext cx="476032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78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797610" y="1444503"/>
            <a:ext cx="5552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latin typeface="Eras Bold ITC" panose="020B0907030504020204" pitchFamily="34" charset="0"/>
              </a:rPr>
              <a:t>The </a:t>
            </a:r>
          </a:p>
          <a:p>
            <a:r>
              <a:rPr lang="en-US" sz="4800" dirty="0" smtClean="0">
                <a:latin typeface="Eras Bold ITC" panose="020B0907030504020204" pitchFamily="34" charset="0"/>
              </a:rPr>
              <a:t>Sigmoid function </a:t>
            </a:r>
            <a:endParaRPr lang="en-US" sz="48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407" y="3519028"/>
            <a:ext cx="5867543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Is further </a:t>
            </a:r>
            <a:r>
              <a:rPr lang="en-US" sz="2400" b="1" dirty="0" err="1" smtClean="0">
                <a:solidFill>
                  <a:srgbClr val="002060"/>
                </a:solidFill>
              </a:rPr>
              <a:t>genaralized</a:t>
            </a:r>
            <a:r>
              <a:rPr lang="en-US" sz="2400" b="1" dirty="0" smtClean="0">
                <a:solidFill>
                  <a:srgbClr val="002060"/>
                </a:solidFill>
              </a:rPr>
              <a:t> by the </a:t>
            </a:r>
            <a:r>
              <a:rPr lang="en-US" sz="3200" b="1" dirty="0" smtClean="0">
                <a:solidFill>
                  <a:srgbClr val="0070C0"/>
                </a:solidFill>
              </a:rPr>
              <a:t>SOFTMAX</a:t>
            </a:r>
            <a:r>
              <a:rPr lang="en-US" sz="2400" b="1" dirty="0" smtClean="0">
                <a:solidFill>
                  <a:srgbClr val="002060"/>
                </a:solidFill>
              </a:rPr>
              <a:t> to handle multi-class classification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89" y="2861459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69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004702" y="1759974"/>
            <a:ext cx="5021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Eras Bold ITC" panose="020B0907030504020204" pitchFamily="34" charset="0"/>
              </a:rPr>
              <a:t>Code implementation</a:t>
            </a:r>
            <a:endParaRPr lang="en-US" sz="32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454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hlinkClick r:id="rId6"/>
              </a:rPr>
              <a:t>https://colab.research.google.com/drive/1o2OH-ohslAur0R565W63bwGCLLzo12A7?usp=sharing</a:t>
            </a:r>
            <a:endParaRPr lang="en-US" sz="1600" b="1" dirty="0">
              <a:solidFill>
                <a:srgbClr val="00206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397" y="3026319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89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167864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099616" y="3062314"/>
            <a:ext cx="4675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Eras Bold ITC" panose="020B0907030504020204" pitchFamily="34" charset="0"/>
              </a:rPr>
              <a:t>Thank you !</a:t>
            </a:r>
            <a:endParaRPr lang="en-US" sz="5400" dirty="0">
              <a:latin typeface="Eras Bold ITC" panose="020B0907030504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628" y="2808718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265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1177</Words>
  <Application>Microsoft Office PowerPoint</Application>
  <PresentationFormat>Widescreen</PresentationFormat>
  <Paragraphs>650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Black</vt:lpstr>
      <vt:lpstr>Bahnschrift</vt:lpstr>
      <vt:lpstr>Calibri</vt:lpstr>
      <vt:lpstr>Calibri Light</vt:lpstr>
      <vt:lpstr>Cambria Math</vt:lpstr>
      <vt:lpstr>Eras Bold ITC</vt:lpstr>
      <vt:lpstr>Franklin Gothic Demi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Leo</cp:lastModifiedBy>
  <cp:revision>75</cp:revision>
  <dcterms:created xsi:type="dcterms:W3CDTF">2025-04-07T08:36:07Z</dcterms:created>
  <dcterms:modified xsi:type="dcterms:W3CDTF">2026-03-04T15:28:33Z</dcterms:modified>
</cp:coreProperties>
</file>